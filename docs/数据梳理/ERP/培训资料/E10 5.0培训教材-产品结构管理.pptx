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
  </p:notesMasterIdLst>
  <p:handoutMasterIdLst>
    <p:handoutMasterId r:id="rId92"/>
  </p:handoutMasterIdLst>
  <p:sldIdLst>
    <p:sldId id="582" r:id="rId3"/>
    <p:sldId id="583" r:id="rId5"/>
    <p:sldId id="584" r:id="rId6"/>
    <p:sldId id="586" r:id="rId7"/>
    <p:sldId id="587" r:id="rId8"/>
    <p:sldId id="588" r:id="rId9"/>
    <p:sldId id="589" r:id="rId10"/>
    <p:sldId id="611" r:id="rId11"/>
    <p:sldId id="590" r:id="rId12"/>
    <p:sldId id="591" r:id="rId13"/>
    <p:sldId id="592" r:id="rId14"/>
    <p:sldId id="593" r:id="rId15"/>
    <p:sldId id="594" r:id="rId16"/>
    <p:sldId id="595" r:id="rId17"/>
    <p:sldId id="609" r:id="rId18"/>
    <p:sldId id="610" r:id="rId19"/>
    <p:sldId id="643" r:id="rId20"/>
    <p:sldId id="644" r:id="rId21"/>
    <p:sldId id="735" r:id="rId22"/>
    <p:sldId id="596" r:id="rId23"/>
    <p:sldId id="612" r:id="rId24"/>
    <p:sldId id="613" r:id="rId25"/>
    <p:sldId id="615" r:id="rId26"/>
    <p:sldId id="616" r:id="rId27"/>
    <p:sldId id="617" r:id="rId28"/>
    <p:sldId id="618" r:id="rId29"/>
    <p:sldId id="597" r:id="rId30"/>
    <p:sldId id="619" r:id="rId31"/>
    <p:sldId id="678" r:id="rId32"/>
    <p:sldId id="598" r:id="rId33"/>
    <p:sldId id="679" r:id="rId34"/>
    <p:sldId id="680" r:id="rId35"/>
    <p:sldId id="627" r:id="rId36"/>
    <p:sldId id="683" r:id="rId37"/>
    <p:sldId id="685" r:id="rId38"/>
    <p:sldId id="686" r:id="rId39"/>
    <p:sldId id="687" r:id="rId40"/>
    <p:sldId id="645" r:id="rId41"/>
    <p:sldId id="696" r:id="rId42"/>
    <p:sldId id="698" r:id="rId43"/>
    <p:sldId id="647" r:id="rId44"/>
    <p:sldId id="711" r:id="rId45"/>
    <p:sldId id="712" r:id="rId46"/>
    <p:sldId id="713" r:id="rId47"/>
    <p:sldId id="697" r:id="rId48"/>
    <p:sldId id="705" r:id="rId49"/>
    <p:sldId id="707" r:id="rId50"/>
    <p:sldId id="706" r:id="rId51"/>
    <p:sldId id="708" r:id="rId52"/>
    <p:sldId id="709" r:id="rId53"/>
    <p:sldId id="653" r:id="rId54"/>
    <p:sldId id="654" r:id="rId55"/>
    <p:sldId id="710" r:id="rId56"/>
    <p:sldId id="714" r:id="rId57"/>
    <p:sldId id="715" r:id="rId58"/>
    <p:sldId id="716" r:id="rId59"/>
    <p:sldId id="717" r:id="rId60"/>
    <p:sldId id="733" r:id="rId61"/>
    <p:sldId id="718" r:id="rId62"/>
    <p:sldId id="723" r:id="rId63"/>
    <p:sldId id="724" r:id="rId64"/>
    <p:sldId id="725" r:id="rId65"/>
    <p:sldId id="726" r:id="rId66"/>
    <p:sldId id="727" r:id="rId67"/>
    <p:sldId id="728" r:id="rId68"/>
    <p:sldId id="661" r:id="rId69"/>
    <p:sldId id="662" r:id="rId70"/>
    <p:sldId id="663" r:id="rId71"/>
    <p:sldId id="664" r:id="rId72"/>
    <p:sldId id="704" r:id="rId73"/>
    <p:sldId id="703" r:id="rId74"/>
    <p:sldId id="734" r:id="rId75"/>
    <p:sldId id="673" r:id="rId76"/>
    <p:sldId id="700" r:id="rId77"/>
    <p:sldId id="699" r:id="rId78"/>
    <p:sldId id="701" r:id="rId79"/>
    <p:sldId id="702" r:id="rId80"/>
    <p:sldId id="599" r:id="rId81"/>
    <p:sldId id="601" r:id="rId82"/>
    <p:sldId id="729" r:id="rId83"/>
    <p:sldId id="730" r:id="rId84"/>
    <p:sldId id="731" r:id="rId85"/>
    <p:sldId id="732" r:id="rId86"/>
    <p:sldId id="804" r:id="rId87"/>
    <p:sldId id="604" r:id="rId88"/>
    <p:sldId id="606" r:id="rId89"/>
    <p:sldId id="607" r:id="rId90"/>
    <p:sldId id="501" r:id="rId91"/>
  </p:sldIdLst>
  <p:sldSz cx="9144000" cy="6858000" type="screen4x3"/>
  <p:notesSz cx="6858000" cy="9144000"/>
  <p:defaultTextStyle>
    <a:defPPr>
      <a:defRPr lang="zh-TW"/>
    </a:defPPr>
    <a:lvl1pPr algn="l" rtl="0" fontAlgn="base">
      <a:spcBef>
        <a:spcPct val="0"/>
      </a:spcBef>
      <a:spcAft>
        <a:spcPct val="0"/>
      </a:spcAft>
      <a:defRPr kumimoji="1" kern="1200">
        <a:solidFill>
          <a:schemeClr val="tx1"/>
        </a:solidFill>
        <a:latin typeface="Arial" charset="0"/>
        <a:ea typeface="新細明體" charset="-120"/>
        <a:cs typeface="+mn-cs"/>
      </a:defRPr>
    </a:lvl1pPr>
    <a:lvl2pPr marL="457200" algn="l" rtl="0" fontAlgn="base">
      <a:spcBef>
        <a:spcPct val="0"/>
      </a:spcBef>
      <a:spcAft>
        <a:spcPct val="0"/>
      </a:spcAft>
      <a:defRPr kumimoji="1" kern="1200">
        <a:solidFill>
          <a:schemeClr val="tx1"/>
        </a:solidFill>
        <a:latin typeface="Arial" charset="0"/>
        <a:ea typeface="新細明體" charset="-120"/>
        <a:cs typeface="+mn-cs"/>
      </a:defRPr>
    </a:lvl2pPr>
    <a:lvl3pPr marL="914400" algn="l" rtl="0" fontAlgn="base">
      <a:spcBef>
        <a:spcPct val="0"/>
      </a:spcBef>
      <a:spcAft>
        <a:spcPct val="0"/>
      </a:spcAft>
      <a:defRPr kumimoji="1" kern="1200">
        <a:solidFill>
          <a:schemeClr val="tx1"/>
        </a:solidFill>
        <a:latin typeface="Arial" charset="0"/>
        <a:ea typeface="新細明體" charset="-120"/>
        <a:cs typeface="+mn-cs"/>
      </a:defRPr>
    </a:lvl3pPr>
    <a:lvl4pPr marL="1371600" algn="l" rtl="0" fontAlgn="base">
      <a:spcBef>
        <a:spcPct val="0"/>
      </a:spcBef>
      <a:spcAft>
        <a:spcPct val="0"/>
      </a:spcAft>
      <a:defRPr kumimoji="1" kern="1200">
        <a:solidFill>
          <a:schemeClr val="tx1"/>
        </a:solidFill>
        <a:latin typeface="Arial" charset="0"/>
        <a:ea typeface="新細明體" charset="-120"/>
        <a:cs typeface="+mn-cs"/>
      </a:defRPr>
    </a:lvl4pPr>
    <a:lvl5pPr marL="1828800" algn="l" rtl="0" fontAlgn="base">
      <a:spcBef>
        <a:spcPct val="0"/>
      </a:spcBef>
      <a:spcAft>
        <a:spcPct val="0"/>
      </a:spcAft>
      <a:defRPr kumimoji="1" kern="1200">
        <a:solidFill>
          <a:schemeClr val="tx1"/>
        </a:solidFill>
        <a:latin typeface="Arial" charset="0"/>
        <a:ea typeface="新細明體" charset="-120"/>
        <a:cs typeface="+mn-cs"/>
      </a:defRPr>
    </a:lvl5pPr>
    <a:lvl6pPr marL="2286000" algn="l" defTabSz="914400" rtl="0" eaLnBrk="1" latinLnBrk="0" hangingPunct="1">
      <a:defRPr kumimoji="1" kern="1200">
        <a:solidFill>
          <a:schemeClr val="tx1"/>
        </a:solidFill>
        <a:latin typeface="Arial" charset="0"/>
        <a:ea typeface="新細明體" charset="-120"/>
        <a:cs typeface="+mn-cs"/>
      </a:defRPr>
    </a:lvl6pPr>
    <a:lvl7pPr marL="2743200" algn="l" defTabSz="914400" rtl="0" eaLnBrk="1" latinLnBrk="0" hangingPunct="1">
      <a:defRPr kumimoji="1" kern="1200">
        <a:solidFill>
          <a:schemeClr val="tx1"/>
        </a:solidFill>
        <a:latin typeface="Arial" charset="0"/>
        <a:ea typeface="新細明體" charset="-120"/>
        <a:cs typeface="+mn-cs"/>
      </a:defRPr>
    </a:lvl7pPr>
    <a:lvl8pPr marL="3200400" algn="l" defTabSz="914400" rtl="0" eaLnBrk="1" latinLnBrk="0" hangingPunct="1">
      <a:defRPr kumimoji="1" kern="1200">
        <a:solidFill>
          <a:schemeClr val="tx1"/>
        </a:solidFill>
        <a:latin typeface="Arial" charset="0"/>
        <a:ea typeface="新細明體" charset="-120"/>
        <a:cs typeface="+mn-cs"/>
      </a:defRPr>
    </a:lvl8pPr>
    <a:lvl9pPr marL="3657600" algn="l" defTabSz="914400" rtl="0" eaLnBrk="1" latinLnBrk="0" hangingPunct="1">
      <a:defRPr kumimoji="1" kern="1200">
        <a:solidFill>
          <a:schemeClr val="tx1"/>
        </a:solidFill>
        <a:latin typeface="Arial" charset="0"/>
        <a:ea typeface="新細明體"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showPr>
  <p:clrMru>
    <a:srgbClr val="0000CC"/>
    <a:srgbClr val="663300"/>
    <a:srgbClr val="FF99FF"/>
    <a:srgbClr val="FF66FF"/>
    <a:srgbClr val="99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44" autoAdjust="0"/>
    <p:restoredTop sz="93904" autoAdjust="0"/>
  </p:normalViewPr>
  <p:slideViewPr>
    <p:cSldViewPr>
      <p:cViewPr varScale="1">
        <p:scale>
          <a:sx n="70" d="100"/>
          <a:sy n="70" d="100"/>
        </p:scale>
        <p:origin x="1476" y="54"/>
      </p:cViewPr>
      <p:guideLst>
        <p:guide orient="horz" pos="2160"/>
        <p:guide pos="2859"/>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5" Type="http://schemas.openxmlformats.org/officeDocument/2006/relationships/tableStyles" Target="tableStyles.xml"/><Relationship Id="rId94" Type="http://schemas.openxmlformats.org/officeDocument/2006/relationships/viewProps" Target="viewProps.xml"/><Relationship Id="rId93" Type="http://schemas.openxmlformats.org/officeDocument/2006/relationships/presProps" Target="presProps.xml"/><Relationship Id="rId92" Type="http://schemas.openxmlformats.org/officeDocument/2006/relationships/handoutMaster" Target="handoutMasters/handoutMaster1.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8">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5142225-9CB4-4847-8C55-9A1F7A518CCE}" type="doc">
      <dgm:prSet loTypeId="urn:microsoft.com/office/officeart/2005/8/layout/list1#1" loCatId="list" qsTypeId="urn:microsoft.com/office/officeart/2005/8/quickstyle/simple1#1" qsCatId="simple" csTypeId="urn:microsoft.com/office/officeart/2005/8/colors/colorful1#8" csCatId="colorful" phldr="1"/>
      <dgm:spPr/>
      <dgm:t>
        <a:bodyPr/>
        <a:lstStyle/>
        <a:p>
          <a:endParaRPr lang="zh-CN" altLang="en-US"/>
        </a:p>
      </dgm:t>
    </dgm:pt>
    <dgm:pt modelId="{EEB479C1-ED5D-4407-A352-A06236FC415C}">
      <dgm:prSet phldrT="[文本]" custT="1"/>
      <dgm:spPr/>
      <dgm:t>
        <a:bodyPr/>
        <a:lstStyle/>
        <a:p>
          <a:r>
            <a:rPr lang="zh-CN" altLang="en-US" sz="1800" dirty="0" smtClean="0"/>
            <a:t>为产品研发部门提供系统支持</a:t>
          </a:r>
          <a:r>
            <a:rPr lang="en-US" altLang="zh-CN" sz="1800" dirty="0" smtClean="0"/>
            <a:t>,</a:t>
          </a:r>
          <a:r>
            <a:rPr lang="zh-CN" altLang="en-US" sz="1800" dirty="0" smtClean="0"/>
            <a:t>协助用户对产品数据进行管理分析</a:t>
          </a:r>
          <a:endParaRPr lang="zh-CN" altLang="en-US" sz="1800" dirty="0"/>
        </a:p>
      </dgm:t>
    </dgm:pt>
    <dgm:pt modelId="{EDC4A39D-B102-4C08-ADBE-4EEAE44411CD}" cxnId="{C4CD80F5-B679-4E29-AE66-59C2552FF7EF}" type="parTrans">
      <dgm:prSet/>
      <dgm:spPr/>
      <dgm:t>
        <a:bodyPr/>
        <a:lstStyle/>
        <a:p>
          <a:endParaRPr lang="zh-CN" altLang="en-US"/>
        </a:p>
      </dgm:t>
    </dgm:pt>
    <dgm:pt modelId="{D6F30E47-4B8C-4E90-ADDB-2AB1D52402A4}" cxnId="{C4CD80F5-B679-4E29-AE66-59C2552FF7EF}" type="sibTrans">
      <dgm:prSet/>
      <dgm:spPr/>
      <dgm:t>
        <a:bodyPr/>
        <a:lstStyle/>
        <a:p>
          <a:endParaRPr lang="zh-CN" altLang="en-US"/>
        </a:p>
      </dgm:t>
    </dgm:pt>
    <dgm:pt modelId="{32C1CDEC-4015-4281-9D62-0EC24A8B0287}">
      <dgm:prSet phldrT="[文本]" custT="1"/>
      <dgm:spPr/>
      <dgm:t>
        <a:bodyPr/>
        <a:lstStyle/>
        <a:p>
          <a:r>
            <a:rPr lang="zh-CN" altLang="en-US" sz="1800" dirty="0" smtClean="0"/>
            <a:t>内嵌图文管理</a:t>
          </a:r>
          <a:r>
            <a:rPr lang="en-US" altLang="zh-CN" sz="1800" dirty="0" smtClean="0"/>
            <a:t>/E_ITEM/E_BOM/ECR/ECN</a:t>
          </a:r>
          <a:r>
            <a:rPr lang="zh-CN" altLang="en-US" sz="1800" dirty="0" smtClean="0"/>
            <a:t>，满足</a:t>
          </a:r>
          <a:r>
            <a:rPr lang="en-US" altLang="zh-CN" sz="1800" dirty="0" smtClean="0"/>
            <a:t>PLM</a:t>
          </a:r>
          <a:r>
            <a:rPr lang="zh-CN" altLang="en-US" sz="1800" dirty="0" smtClean="0"/>
            <a:t>管理的初级需求</a:t>
          </a:r>
          <a:endParaRPr lang="zh-CN" altLang="en-US" sz="1800" dirty="0"/>
        </a:p>
      </dgm:t>
    </dgm:pt>
    <dgm:pt modelId="{7909F7CC-A6FB-4ADC-9841-652ABA773AA7}" cxnId="{D1724BEB-7A7E-4B18-AC71-E7870ACC1DEA}" type="parTrans">
      <dgm:prSet/>
      <dgm:spPr/>
      <dgm:t>
        <a:bodyPr/>
        <a:lstStyle/>
        <a:p>
          <a:endParaRPr lang="zh-CN" altLang="en-US"/>
        </a:p>
      </dgm:t>
    </dgm:pt>
    <dgm:pt modelId="{0AB6F0C8-7AED-4636-BF8C-C6FCB22DB883}" cxnId="{D1724BEB-7A7E-4B18-AC71-E7870ACC1DEA}" type="sibTrans">
      <dgm:prSet/>
      <dgm:spPr/>
      <dgm:t>
        <a:bodyPr/>
        <a:lstStyle/>
        <a:p>
          <a:endParaRPr lang="zh-CN" altLang="en-US"/>
        </a:p>
      </dgm:t>
    </dgm:pt>
    <dgm:pt modelId="{3484B6B7-284F-45A0-B874-2FF3D63AD079}">
      <dgm:prSet phldrT="[文本]" custT="1"/>
      <dgm:spPr/>
      <dgm:t>
        <a:bodyPr/>
        <a:lstStyle/>
        <a:p>
          <a:r>
            <a:rPr lang="zh-CN" altLang="en-US" sz="1800" dirty="0" smtClean="0"/>
            <a:t>提供配置模板功能，便于客户建立相似性产品结构，提高接单效率</a:t>
          </a:r>
          <a:endParaRPr lang="zh-CN" altLang="en-US" sz="1800" dirty="0"/>
        </a:p>
      </dgm:t>
    </dgm:pt>
    <dgm:pt modelId="{014B528D-0C21-433C-A3A5-01EA562D9B40}" cxnId="{F5C612C6-0905-47BD-AA36-8C93A89EE72B}" type="parTrans">
      <dgm:prSet/>
      <dgm:spPr/>
      <dgm:t>
        <a:bodyPr/>
        <a:lstStyle/>
        <a:p>
          <a:endParaRPr lang="zh-CN" altLang="en-US"/>
        </a:p>
      </dgm:t>
    </dgm:pt>
    <dgm:pt modelId="{B7A05FEF-2A93-4C47-AA3E-C49B24A41ABE}" cxnId="{F5C612C6-0905-47BD-AA36-8C93A89EE72B}" type="sibTrans">
      <dgm:prSet/>
      <dgm:spPr/>
      <dgm:t>
        <a:bodyPr/>
        <a:lstStyle/>
        <a:p>
          <a:endParaRPr lang="zh-CN" altLang="en-US"/>
        </a:p>
      </dgm:t>
    </dgm:pt>
    <dgm:pt modelId="{668BEAF4-44F4-41D8-992D-D632DC2A7F9D}">
      <dgm:prSet phldrT="[文本]" custT="1"/>
      <dgm:spPr/>
      <dgm:t>
        <a:bodyPr/>
        <a:lstStyle/>
        <a:p>
          <a:r>
            <a:rPr lang="zh-CN" altLang="en-US" sz="1800" dirty="0" smtClean="0"/>
            <a:t>通过配置约束，排除接单过程中的错误配置以及无法满足的需求</a:t>
          </a:r>
          <a:endParaRPr lang="zh-CN" altLang="en-US" sz="1800" dirty="0"/>
        </a:p>
      </dgm:t>
    </dgm:pt>
    <dgm:pt modelId="{FC07F6B7-D5B6-4E04-82A1-CB64208520D1}" cxnId="{F91F37E0-6730-4835-B52C-C8EA700C76E9}" type="parTrans">
      <dgm:prSet/>
      <dgm:spPr/>
      <dgm:t>
        <a:bodyPr/>
        <a:lstStyle/>
        <a:p>
          <a:endParaRPr lang="zh-CN" altLang="en-US"/>
        </a:p>
      </dgm:t>
    </dgm:pt>
    <dgm:pt modelId="{CCCC3F1A-ACEC-401A-A7BE-FF40CC7BF174}" cxnId="{F91F37E0-6730-4835-B52C-C8EA700C76E9}" type="sibTrans">
      <dgm:prSet/>
      <dgm:spPr/>
      <dgm:t>
        <a:bodyPr/>
        <a:lstStyle/>
        <a:p>
          <a:endParaRPr lang="zh-CN" altLang="en-US"/>
        </a:p>
      </dgm:t>
    </dgm:pt>
    <dgm:pt modelId="{676FBA02-F29B-49A9-B05F-71D99E9A03BF}" type="pres">
      <dgm:prSet presAssocID="{95142225-9CB4-4847-8C55-9A1F7A518CCE}" presName="linear" presStyleCnt="0">
        <dgm:presLayoutVars>
          <dgm:dir/>
          <dgm:animLvl val="lvl"/>
          <dgm:resizeHandles val="exact"/>
        </dgm:presLayoutVars>
      </dgm:prSet>
      <dgm:spPr/>
      <dgm:t>
        <a:bodyPr/>
        <a:lstStyle/>
        <a:p>
          <a:endParaRPr lang="zh-CN" altLang="en-US"/>
        </a:p>
      </dgm:t>
    </dgm:pt>
    <dgm:pt modelId="{2BD41495-AD8C-4588-B626-4DCD9805BA2C}" type="pres">
      <dgm:prSet presAssocID="{EEB479C1-ED5D-4407-A352-A06236FC415C}" presName="parentLin" presStyleCnt="0"/>
      <dgm:spPr/>
    </dgm:pt>
    <dgm:pt modelId="{33E80C0F-AFA7-4C5D-A580-FC929A5DE912}" type="pres">
      <dgm:prSet presAssocID="{EEB479C1-ED5D-4407-A352-A06236FC415C}" presName="parentLeftMargin" presStyleLbl="node1" presStyleIdx="0" presStyleCnt="4"/>
      <dgm:spPr/>
      <dgm:t>
        <a:bodyPr/>
        <a:lstStyle/>
        <a:p>
          <a:endParaRPr lang="zh-CN" altLang="en-US"/>
        </a:p>
      </dgm:t>
    </dgm:pt>
    <dgm:pt modelId="{539012A3-2E8D-4D81-AD12-92462D580521}" type="pres">
      <dgm:prSet presAssocID="{EEB479C1-ED5D-4407-A352-A06236FC415C}" presName="parentText" presStyleLbl="node1" presStyleIdx="0" presStyleCnt="4" custScaleX="126365">
        <dgm:presLayoutVars>
          <dgm:chMax val="0"/>
          <dgm:bulletEnabled val="1"/>
        </dgm:presLayoutVars>
      </dgm:prSet>
      <dgm:spPr/>
      <dgm:t>
        <a:bodyPr/>
        <a:lstStyle/>
        <a:p>
          <a:endParaRPr lang="zh-CN" altLang="en-US"/>
        </a:p>
      </dgm:t>
    </dgm:pt>
    <dgm:pt modelId="{3E1B5157-2A0D-4191-91D1-D3531074B6DF}" type="pres">
      <dgm:prSet presAssocID="{EEB479C1-ED5D-4407-A352-A06236FC415C}" presName="negativeSpace" presStyleCnt="0"/>
      <dgm:spPr/>
    </dgm:pt>
    <dgm:pt modelId="{8D07C73A-AD22-4528-A076-9195B435DE65}" type="pres">
      <dgm:prSet presAssocID="{EEB479C1-ED5D-4407-A352-A06236FC415C}" presName="childText" presStyleLbl="conFgAcc1" presStyleIdx="0" presStyleCnt="4">
        <dgm:presLayoutVars>
          <dgm:bulletEnabled val="1"/>
        </dgm:presLayoutVars>
      </dgm:prSet>
      <dgm:spPr/>
    </dgm:pt>
    <dgm:pt modelId="{BF803BC4-5B23-4D48-9475-F4098CE7B33A}" type="pres">
      <dgm:prSet presAssocID="{D6F30E47-4B8C-4E90-ADDB-2AB1D52402A4}" presName="spaceBetweenRectangles" presStyleCnt="0"/>
      <dgm:spPr/>
    </dgm:pt>
    <dgm:pt modelId="{0A9FDD77-4EC8-45C9-8E5B-040DD9DA773B}" type="pres">
      <dgm:prSet presAssocID="{32C1CDEC-4015-4281-9D62-0EC24A8B0287}" presName="parentLin" presStyleCnt="0"/>
      <dgm:spPr/>
    </dgm:pt>
    <dgm:pt modelId="{E8D797D6-B8A9-4E46-B083-AE84217CC4E4}" type="pres">
      <dgm:prSet presAssocID="{32C1CDEC-4015-4281-9D62-0EC24A8B0287}" presName="parentLeftMargin" presStyleLbl="node1" presStyleIdx="0" presStyleCnt="4"/>
      <dgm:spPr/>
      <dgm:t>
        <a:bodyPr/>
        <a:lstStyle/>
        <a:p>
          <a:endParaRPr lang="zh-CN" altLang="en-US"/>
        </a:p>
      </dgm:t>
    </dgm:pt>
    <dgm:pt modelId="{3B81E5CA-AB0B-47C6-991B-758B64AE6BCE}" type="pres">
      <dgm:prSet presAssocID="{32C1CDEC-4015-4281-9D62-0EC24A8B0287}" presName="parentText" presStyleLbl="node1" presStyleIdx="1" presStyleCnt="4" custScaleX="127102">
        <dgm:presLayoutVars>
          <dgm:chMax val="0"/>
          <dgm:bulletEnabled val="1"/>
        </dgm:presLayoutVars>
      </dgm:prSet>
      <dgm:spPr/>
      <dgm:t>
        <a:bodyPr/>
        <a:lstStyle/>
        <a:p>
          <a:endParaRPr lang="zh-CN" altLang="en-US"/>
        </a:p>
      </dgm:t>
    </dgm:pt>
    <dgm:pt modelId="{91363092-9E86-4B39-B762-DCEFF04FFADC}" type="pres">
      <dgm:prSet presAssocID="{32C1CDEC-4015-4281-9D62-0EC24A8B0287}" presName="negativeSpace" presStyleCnt="0"/>
      <dgm:spPr/>
    </dgm:pt>
    <dgm:pt modelId="{34323CC8-EF00-4FA2-8343-159D46720D41}" type="pres">
      <dgm:prSet presAssocID="{32C1CDEC-4015-4281-9D62-0EC24A8B0287}" presName="childText" presStyleLbl="conFgAcc1" presStyleIdx="1" presStyleCnt="4">
        <dgm:presLayoutVars>
          <dgm:bulletEnabled val="1"/>
        </dgm:presLayoutVars>
      </dgm:prSet>
      <dgm:spPr/>
    </dgm:pt>
    <dgm:pt modelId="{F290A117-5986-4425-AA5D-3B5242341320}" type="pres">
      <dgm:prSet presAssocID="{0AB6F0C8-7AED-4636-BF8C-C6FCB22DB883}" presName="spaceBetweenRectangles" presStyleCnt="0"/>
      <dgm:spPr/>
    </dgm:pt>
    <dgm:pt modelId="{9CB1854D-8A6C-437E-9387-444709599C02}" type="pres">
      <dgm:prSet presAssocID="{3484B6B7-284F-45A0-B874-2FF3D63AD079}" presName="parentLin" presStyleCnt="0"/>
      <dgm:spPr/>
    </dgm:pt>
    <dgm:pt modelId="{CF2B6C58-38FF-48D8-B63D-B2020AAF200E}" type="pres">
      <dgm:prSet presAssocID="{3484B6B7-284F-45A0-B874-2FF3D63AD079}" presName="parentLeftMargin" presStyleLbl="node1" presStyleIdx="1" presStyleCnt="4"/>
      <dgm:spPr/>
      <dgm:t>
        <a:bodyPr/>
        <a:lstStyle/>
        <a:p>
          <a:endParaRPr lang="zh-CN" altLang="en-US"/>
        </a:p>
      </dgm:t>
    </dgm:pt>
    <dgm:pt modelId="{7488DA7F-4AF2-49DE-A58D-BF60B9A1826B}" type="pres">
      <dgm:prSet presAssocID="{3484B6B7-284F-45A0-B874-2FF3D63AD079}" presName="parentText" presStyleLbl="node1" presStyleIdx="2" presStyleCnt="4" custScaleX="126751">
        <dgm:presLayoutVars>
          <dgm:chMax val="0"/>
          <dgm:bulletEnabled val="1"/>
        </dgm:presLayoutVars>
      </dgm:prSet>
      <dgm:spPr/>
      <dgm:t>
        <a:bodyPr/>
        <a:lstStyle/>
        <a:p>
          <a:endParaRPr lang="zh-CN" altLang="en-US"/>
        </a:p>
      </dgm:t>
    </dgm:pt>
    <dgm:pt modelId="{199A16DE-518B-4D81-9FD3-530296AAA093}" type="pres">
      <dgm:prSet presAssocID="{3484B6B7-284F-45A0-B874-2FF3D63AD079}" presName="negativeSpace" presStyleCnt="0"/>
      <dgm:spPr/>
    </dgm:pt>
    <dgm:pt modelId="{48ED2E3C-FA6D-4814-8639-D95F716C1FFE}" type="pres">
      <dgm:prSet presAssocID="{3484B6B7-284F-45A0-B874-2FF3D63AD079}" presName="childText" presStyleLbl="conFgAcc1" presStyleIdx="2" presStyleCnt="4">
        <dgm:presLayoutVars>
          <dgm:bulletEnabled val="1"/>
        </dgm:presLayoutVars>
      </dgm:prSet>
      <dgm:spPr/>
    </dgm:pt>
    <dgm:pt modelId="{5819B93E-52B2-499F-BD94-2F94CCD78F88}" type="pres">
      <dgm:prSet presAssocID="{B7A05FEF-2A93-4C47-AA3E-C49B24A41ABE}" presName="spaceBetweenRectangles" presStyleCnt="0"/>
      <dgm:spPr/>
    </dgm:pt>
    <dgm:pt modelId="{AC2C5711-F9B8-4678-82AD-3D01EEBD1C04}" type="pres">
      <dgm:prSet presAssocID="{668BEAF4-44F4-41D8-992D-D632DC2A7F9D}" presName="parentLin" presStyleCnt="0"/>
      <dgm:spPr/>
    </dgm:pt>
    <dgm:pt modelId="{118D3E13-1610-4AE7-9F61-E2A783501F16}" type="pres">
      <dgm:prSet presAssocID="{668BEAF4-44F4-41D8-992D-D632DC2A7F9D}" presName="parentLeftMargin" presStyleLbl="node1" presStyleIdx="2" presStyleCnt="4"/>
      <dgm:spPr/>
      <dgm:t>
        <a:bodyPr/>
        <a:lstStyle/>
        <a:p>
          <a:endParaRPr lang="zh-CN" altLang="en-US"/>
        </a:p>
      </dgm:t>
    </dgm:pt>
    <dgm:pt modelId="{77D4FB2A-A38B-4A42-8FC8-DFF4EC052728}" type="pres">
      <dgm:prSet presAssocID="{668BEAF4-44F4-41D8-992D-D632DC2A7F9D}" presName="parentText" presStyleLbl="node1" presStyleIdx="3" presStyleCnt="4" custScaleX="126752">
        <dgm:presLayoutVars>
          <dgm:chMax val="0"/>
          <dgm:bulletEnabled val="1"/>
        </dgm:presLayoutVars>
      </dgm:prSet>
      <dgm:spPr/>
      <dgm:t>
        <a:bodyPr/>
        <a:lstStyle/>
        <a:p>
          <a:endParaRPr lang="zh-CN" altLang="en-US"/>
        </a:p>
      </dgm:t>
    </dgm:pt>
    <dgm:pt modelId="{6AC9B0C6-84BB-444F-9C9F-9986C8458CFE}" type="pres">
      <dgm:prSet presAssocID="{668BEAF4-44F4-41D8-992D-D632DC2A7F9D}" presName="negativeSpace" presStyleCnt="0"/>
      <dgm:spPr/>
    </dgm:pt>
    <dgm:pt modelId="{2B6D501B-CF19-46B4-89B6-3FE58C40F888}" type="pres">
      <dgm:prSet presAssocID="{668BEAF4-44F4-41D8-992D-D632DC2A7F9D}" presName="childText" presStyleLbl="conFgAcc1" presStyleIdx="3" presStyleCnt="4">
        <dgm:presLayoutVars>
          <dgm:bulletEnabled val="1"/>
        </dgm:presLayoutVars>
      </dgm:prSet>
      <dgm:spPr/>
    </dgm:pt>
  </dgm:ptLst>
  <dgm:cxnLst>
    <dgm:cxn modelId="{E5C3650D-E06D-4F44-957F-610048E15D25}" type="presOf" srcId="{3484B6B7-284F-45A0-B874-2FF3D63AD079}" destId="{CF2B6C58-38FF-48D8-B63D-B2020AAF200E}" srcOrd="0" destOrd="0" presId="urn:microsoft.com/office/officeart/2005/8/layout/list1#1"/>
    <dgm:cxn modelId="{86AD6926-1EA9-4642-931F-2A9DB7EC946A}" type="presOf" srcId="{EEB479C1-ED5D-4407-A352-A06236FC415C}" destId="{539012A3-2E8D-4D81-AD12-92462D580521}" srcOrd="1" destOrd="0" presId="urn:microsoft.com/office/officeart/2005/8/layout/list1#1"/>
    <dgm:cxn modelId="{F91F37E0-6730-4835-B52C-C8EA700C76E9}" srcId="{95142225-9CB4-4847-8C55-9A1F7A518CCE}" destId="{668BEAF4-44F4-41D8-992D-D632DC2A7F9D}" srcOrd="3" destOrd="0" parTransId="{FC07F6B7-D5B6-4E04-82A1-CB64208520D1}" sibTransId="{CCCC3F1A-ACEC-401A-A7BE-FF40CC7BF174}"/>
    <dgm:cxn modelId="{C4CD80F5-B679-4E29-AE66-59C2552FF7EF}" srcId="{95142225-9CB4-4847-8C55-9A1F7A518CCE}" destId="{EEB479C1-ED5D-4407-A352-A06236FC415C}" srcOrd="0" destOrd="0" parTransId="{EDC4A39D-B102-4C08-ADBE-4EEAE44411CD}" sibTransId="{D6F30E47-4B8C-4E90-ADDB-2AB1D52402A4}"/>
    <dgm:cxn modelId="{85B3660E-B6D3-4699-A615-5D48E97410D6}" type="presOf" srcId="{668BEAF4-44F4-41D8-992D-D632DC2A7F9D}" destId="{77D4FB2A-A38B-4A42-8FC8-DFF4EC052728}" srcOrd="1" destOrd="0" presId="urn:microsoft.com/office/officeart/2005/8/layout/list1#1"/>
    <dgm:cxn modelId="{F5C612C6-0905-47BD-AA36-8C93A89EE72B}" srcId="{95142225-9CB4-4847-8C55-9A1F7A518CCE}" destId="{3484B6B7-284F-45A0-B874-2FF3D63AD079}" srcOrd="2" destOrd="0" parTransId="{014B528D-0C21-433C-A3A5-01EA562D9B40}" sibTransId="{B7A05FEF-2A93-4C47-AA3E-C49B24A41ABE}"/>
    <dgm:cxn modelId="{D1724BEB-7A7E-4B18-AC71-E7870ACC1DEA}" srcId="{95142225-9CB4-4847-8C55-9A1F7A518CCE}" destId="{32C1CDEC-4015-4281-9D62-0EC24A8B0287}" srcOrd="1" destOrd="0" parTransId="{7909F7CC-A6FB-4ADC-9841-652ABA773AA7}" sibTransId="{0AB6F0C8-7AED-4636-BF8C-C6FCB22DB883}"/>
    <dgm:cxn modelId="{0FB64044-5AE4-47E1-9672-4336360C891F}" type="presOf" srcId="{3484B6B7-284F-45A0-B874-2FF3D63AD079}" destId="{7488DA7F-4AF2-49DE-A58D-BF60B9A1826B}" srcOrd="1" destOrd="0" presId="urn:microsoft.com/office/officeart/2005/8/layout/list1#1"/>
    <dgm:cxn modelId="{F37A30A7-81C5-4CB3-849A-5CAADA4D4E3E}" type="presOf" srcId="{32C1CDEC-4015-4281-9D62-0EC24A8B0287}" destId="{3B81E5CA-AB0B-47C6-991B-758B64AE6BCE}" srcOrd="1" destOrd="0" presId="urn:microsoft.com/office/officeart/2005/8/layout/list1#1"/>
    <dgm:cxn modelId="{C3271415-5827-463E-94D3-F48D6065BC9E}" type="presOf" srcId="{95142225-9CB4-4847-8C55-9A1F7A518CCE}" destId="{676FBA02-F29B-49A9-B05F-71D99E9A03BF}" srcOrd="0" destOrd="0" presId="urn:microsoft.com/office/officeart/2005/8/layout/list1#1"/>
    <dgm:cxn modelId="{9A9D8D41-0FE6-494D-A42D-9CA12D8650F2}" type="presOf" srcId="{668BEAF4-44F4-41D8-992D-D632DC2A7F9D}" destId="{118D3E13-1610-4AE7-9F61-E2A783501F16}" srcOrd="0" destOrd="0" presId="urn:microsoft.com/office/officeart/2005/8/layout/list1#1"/>
    <dgm:cxn modelId="{03EBBF41-EFE8-4394-9F90-AE3D19C3B364}" type="presOf" srcId="{EEB479C1-ED5D-4407-A352-A06236FC415C}" destId="{33E80C0F-AFA7-4C5D-A580-FC929A5DE912}" srcOrd="0" destOrd="0" presId="urn:microsoft.com/office/officeart/2005/8/layout/list1#1"/>
    <dgm:cxn modelId="{D7F4AE90-CB40-46E7-B7F7-D4268C75D653}" type="presOf" srcId="{32C1CDEC-4015-4281-9D62-0EC24A8B0287}" destId="{E8D797D6-B8A9-4E46-B083-AE84217CC4E4}" srcOrd="0" destOrd="0" presId="urn:microsoft.com/office/officeart/2005/8/layout/list1#1"/>
    <dgm:cxn modelId="{F2B4457E-7B10-4506-9AA2-4448FFABB297}" type="presParOf" srcId="{676FBA02-F29B-49A9-B05F-71D99E9A03BF}" destId="{2BD41495-AD8C-4588-B626-4DCD9805BA2C}" srcOrd="0" destOrd="0" presId="urn:microsoft.com/office/officeart/2005/8/layout/list1#1"/>
    <dgm:cxn modelId="{A3DD888B-F87B-439B-9DBD-E637C25B7F40}" type="presParOf" srcId="{2BD41495-AD8C-4588-B626-4DCD9805BA2C}" destId="{33E80C0F-AFA7-4C5D-A580-FC929A5DE912}" srcOrd="0" destOrd="0" presId="urn:microsoft.com/office/officeart/2005/8/layout/list1#1"/>
    <dgm:cxn modelId="{79A2EEEC-27BD-49AF-974D-C5C04275965B}" type="presParOf" srcId="{2BD41495-AD8C-4588-B626-4DCD9805BA2C}" destId="{539012A3-2E8D-4D81-AD12-92462D580521}" srcOrd="1" destOrd="0" presId="urn:microsoft.com/office/officeart/2005/8/layout/list1#1"/>
    <dgm:cxn modelId="{E5962A66-1FC8-42C7-8FB8-13B9CCEEF04E}" type="presParOf" srcId="{676FBA02-F29B-49A9-B05F-71D99E9A03BF}" destId="{3E1B5157-2A0D-4191-91D1-D3531074B6DF}" srcOrd="1" destOrd="0" presId="urn:microsoft.com/office/officeart/2005/8/layout/list1#1"/>
    <dgm:cxn modelId="{AA9B6D24-8DFA-4064-9B8F-A4DC97D99B1B}" type="presParOf" srcId="{676FBA02-F29B-49A9-B05F-71D99E9A03BF}" destId="{8D07C73A-AD22-4528-A076-9195B435DE65}" srcOrd="2" destOrd="0" presId="urn:microsoft.com/office/officeart/2005/8/layout/list1#1"/>
    <dgm:cxn modelId="{E12C42C1-8899-4C57-BA90-0843498D96D1}" type="presParOf" srcId="{676FBA02-F29B-49A9-B05F-71D99E9A03BF}" destId="{BF803BC4-5B23-4D48-9475-F4098CE7B33A}" srcOrd="3" destOrd="0" presId="urn:microsoft.com/office/officeart/2005/8/layout/list1#1"/>
    <dgm:cxn modelId="{E939B239-2C60-4C3A-A970-EA59ED2E2F3F}" type="presParOf" srcId="{676FBA02-F29B-49A9-B05F-71D99E9A03BF}" destId="{0A9FDD77-4EC8-45C9-8E5B-040DD9DA773B}" srcOrd="4" destOrd="0" presId="urn:microsoft.com/office/officeart/2005/8/layout/list1#1"/>
    <dgm:cxn modelId="{1C4E73D2-FB90-4508-99C3-6C065AF46F91}" type="presParOf" srcId="{0A9FDD77-4EC8-45C9-8E5B-040DD9DA773B}" destId="{E8D797D6-B8A9-4E46-B083-AE84217CC4E4}" srcOrd="0" destOrd="0" presId="urn:microsoft.com/office/officeart/2005/8/layout/list1#1"/>
    <dgm:cxn modelId="{65F0E74C-3B4B-4C64-90CB-44C7DC73B141}" type="presParOf" srcId="{0A9FDD77-4EC8-45C9-8E5B-040DD9DA773B}" destId="{3B81E5CA-AB0B-47C6-991B-758B64AE6BCE}" srcOrd="1" destOrd="0" presId="urn:microsoft.com/office/officeart/2005/8/layout/list1#1"/>
    <dgm:cxn modelId="{A90DD776-ED48-4777-B790-945016DBB117}" type="presParOf" srcId="{676FBA02-F29B-49A9-B05F-71D99E9A03BF}" destId="{91363092-9E86-4B39-B762-DCEFF04FFADC}" srcOrd="5" destOrd="0" presId="urn:microsoft.com/office/officeart/2005/8/layout/list1#1"/>
    <dgm:cxn modelId="{4747B696-CCE1-4EED-9D46-54BA43F9A86F}" type="presParOf" srcId="{676FBA02-F29B-49A9-B05F-71D99E9A03BF}" destId="{34323CC8-EF00-4FA2-8343-159D46720D41}" srcOrd="6" destOrd="0" presId="urn:microsoft.com/office/officeart/2005/8/layout/list1#1"/>
    <dgm:cxn modelId="{C9946B26-DBE6-47D9-8B77-23E2C8FCAFB7}" type="presParOf" srcId="{676FBA02-F29B-49A9-B05F-71D99E9A03BF}" destId="{F290A117-5986-4425-AA5D-3B5242341320}" srcOrd="7" destOrd="0" presId="urn:microsoft.com/office/officeart/2005/8/layout/list1#1"/>
    <dgm:cxn modelId="{564EE0CA-91FA-4786-9B0B-7C0969475EE8}" type="presParOf" srcId="{676FBA02-F29B-49A9-B05F-71D99E9A03BF}" destId="{9CB1854D-8A6C-437E-9387-444709599C02}" srcOrd="8" destOrd="0" presId="urn:microsoft.com/office/officeart/2005/8/layout/list1#1"/>
    <dgm:cxn modelId="{4C6535FD-227F-481E-B89E-E2468F997A70}" type="presParOf" srcId="{9CB1854D-8A6C-437E-9387-444709599C02}" destId="{CF2B6C58-38FF-48D8-B63D-B2020AAF200E}" srcOrd="0" destOrd="0" presId="urn:microsoft.com/office/officeart/2005/8/layout/list1#1"/>
    <dgm:cxn modelId="{3BE551D0-E778-46AB-9BC9-4FBFAE690DDB}" type="presParOf" srcId="{9CB1854D-8A6C-437E-9387-444709599C02}" destId="{7488DA7F-4AF2-49DE-A58D-BF60B9A1826B}" srcOrd="1" destOrd="0" presId="urn:microsoft.com/office/officeart/2005/8/layout/list1#1"/>
    <dgm:cxn modelId="{F4BFDBDA-25D0-46A1-B2F6-D6DF3AA9641F}" type="presParOf" srcId="{676FBA02-F29B-49A9-B05F-71D99E9A03BF}" destId="{199A16DE-518B-4D81-9FD3-530296AAA093}" srcOrd="9" destOrd="0" presId="urn:microsoft.com/office/officeart/2005/8/layout/list1#1"/>
    <dgm:cxn modelId="{47E73E97-93F6-44B5-9FB4-A24C03FD7BD2}" type="presParOf" srcId="{676FBA02-F29B-49A9-B05F-71D99E9A03BF}" destId="{48ED2E3C-FA6D-4814-8639-D95F716C1FFE}" srcOrd="10" destOrd="0" presId="urn:microsoft.com/office/officeart/2005/8/layout/list1#1"/>
    <dgm:cxn modelId="{9A7A8C28-59C1-46AA-955B-8FCAC2731C4F}" type="presParOf" srcId="{676FBA02-F29B-49A9-B05F-71D99E9A03BF}" destId="{5819B93E-52B2-499F-BD94-2F94CCD78F88}" srcOrd="11" destOrd="0" presId="urn:microsoft.com/office/officeart/2005/8/layout/list1#1"/>
    <dgm:cxn modelId="{E78C754F-DACB-4747-B2E0-A5D4CD5779E0}" type="presParOf" srcId="{676FBA02-F29B-49A9-B05F-71D99E9A03BF}" destId="{AC2C5711-F9B8-4678-82AD-3D01EEBD1C04}" srcOrd="12" destOrd="0" presId="urn:microsoft.com/office/officeart/2005/8/layout/list1#1"/>
    <dgm:cxn modelId="{3F5658F7-7D94-417C-873A-90CC5DD51A66}" type="presParOf" srcId="{AC2C5711-F9B8-4678-82AD-3D01EEBD1C04}" destId="{118D3E13-1610-4AE7-9F61-E2A783501F16}" srcOrd="0" destOrd="0" presId="urn:microsoft.com/office/officeart/2005/8/layout/list1#1"/>
    <dgm:cxn modelId="{A6110044-1BB3-4C8D-9E62-8699CF0FD0BA}" type="presParOf" srcId="{AC2C5711-F9B8-4678-82AD-3D01EEBD1C04}" destId="{77D4FB2A-A38B-4A42-8FC8-DFF4EC052728}" srcOrd="1" destOrd="0" presId="urn:microsoft.com/office/officeart/2005/8/layout/list1#1"/>
    <dgm:cxn modelId="{B897955D-8220-483C-9139-4719AFAB20BC}" type="presParOf" srcId="{676FBA02-F29B-49A9-B05F-71D99E9A03BF}" destId="{6AC9B0C6-84BB-444F-9C9F-9986C8458CFE}" srcOrd="13" destOrd="0" presId="urn:microsoft.com/office/officeart/2005/8/layout/list1#1"/>
    <dgm:cxn modelId="{25EA2F7D-9704-4278-83DE-749C863D2AB4}" type="presParOf" srcId="{676FBA02-F29B-49A9-B05F-71D99E9A03BF}" destId="{2B6D501B-CF19-46B4-89B6-3FE58C40F888}" srcOrd="14" destOrd="0" presId="urn:microsoft.com/office/officeart/2005/8/layout/list1#1"/>
  </dgm:cxnLst>
  <dgm:bg/>
  <dgm:whole/>
</dgm:dataModel>
</file>

<file path=ppt/diagrams/data2.xml><?xml version="1.0" encoding="utf-8"?>
<dgm:dataModel xmlns:dgm="http://schemas.openxmlformats.org/drawingml/2006/diagram" xmlns:a="http://schemas.openxmlformats.org/drawingml/2006/main">
  <dgm:ptLst>
    <dgm:pt modelId="{C00C7A98-7ECD-4435-9D7F-FF112A9FBAA0}" type="doc">
      <dgm:prSet loTypeId="urn:microsoft.com/office/officeart/2005/8/layout/list1#2" loCatId="list" qsTypeId="urn:microsoft.com/office/officeart/2005/8/quickstyle/simple1#2" qsCatId="simple" csTypeId="urn:microsoft.com/office/officeart/2005/8/colors/accent1_2#1" csCatId="accent1" phldr="1"/>
      <dgm:spPr/>
      <dgm:t>
        <a:bodyPr/>
        <a:lstStyle/>
        <a:p>
          <a:endParaRPr lang="zh-CN" altLang="en-US"/>
        </a:p>
      </dgm:t>
    </dgm:pt>
    <dgm:pt modelId="{857150ED-9B25-40D0-A2C7-DFDA038D29DF}">
      <dgm:prSet phldrT="[文本]" custT="1"/>
      <dgm:spPr/>
      <dgm:t>
        <a:bodyPr/>
        <a:lstStyle/>
        <a:p>
          <a:r>
            <a:rPr lang="zh-CN" sz="1500" dirty="0" smtClean="0"/>
            <a:t>提供产品生命周期管理模式，方便及时查找追溯产品相关信息，有效控制产品在开发、引进、成长、成熟、衰退阶段的质量和时效，大大提升研发管理的效率</a:t>
          </a:r>
          <a:endParaRPr lang="zh-CN" altLang="en-US" sz="1500" dirty="0">
            <a:solidFill>
              <a:schemeClr val="bg1"/>
            </a:solidFill>
            <a:latin typeface="宋体 (正文)"/>
            <a:ea typeface="+mn-ea"/>
          </a:endParaRPr>
        </a:p>
      </dgm:t>
    </dgm:pt>
    <dgm:pt modelId="{873A6E2D-69D8-4D5E-B651-B6BDE4583F88}" cxnId="{4750CBDB-7697-4629-814F-1C6C76908051}" type="parTrans">
      <dgm:prSet/>
      <dgm:spPr/>
      <dgm:t>
        <a:bodyPr/>
        <a:lstStyle/>
        <a:p>
          <a:endParaRPr lang="zh-CN" altLang="en-US" sz="1500"/>
        </a:p>
      </dgm:t>
    </dgm:pt>
    <dgm:pt modelId="{D16BB536-7383-489D-803A-06D3B6DFFA26}" cxnId="{4750CBDB-7697-4629-814F-1C6C76908051}" type="sibTrans">
      <dgm:prSet/>
      <dgm:spPr/>
      <dgm:t>
        <a:bodyPr/>
        <a:lstStyle/>
        <a:p>
          <a:endParaRPr lang="zh-CN" altLang="en-US" sz="1500"/>
        </a:p>
      </dgm:t>
    </dgm:pt>
    <dgm:pt modelId="{AC937EDB-65F6-4941-BACE-2D346F8B2E64}">
      <dgm:prSet phldrT="[文本]" custT="1"/>
      <dgm:spPr/>
      <dgm:t>
        <a:bodyPr/>
        <a:lstStyle/>
        <a:p>
          <a:r>
            <a:rPr lang="zh-CN" sz="1500" dirty="0" smtClean="0">
              <a:latin typeface="+mn-ea"/>
              <a:ea typeface="+mn-ea"/>
            </a:rPr>
            <a:t>提供各种类型</a:t>
          </a:r>
          <a:r>
            <a:rPr lang="en-US" sz="1500" dirty="0" smtClean="0">
              <a:latin typeface="+mn-ea"/>
              <a:ea typeface="+mn-ea"/>
            </a:rPr>
            <a:t>BOM</a:t>
          </a:r>
          <a:r>
            <a:rPr lang="zh-CN" sz="1500" dirty="0" smtClean="0">
              <a:latin typeface="+mn-ea"/>
              <a:ea typeface="+mn-ea"/>
            </a:rPr>
            <a:t>搭建模型，支持</a:t>
          </a:r>
          <a:r>
            <a:rPr lang="en-US" sz="1500" dirty="0" smtClean="0">
              <a:latin typeface="+mn-ea"/>
              <a:ea typeface="+mn-ea"/>
            </a:rPr>
            <a:t>A</a:t>
          </a:r>
          <a:r>
            <a:rPr lang="zh-CN" sz="1500" dirty="0" smtClean="0">
              <a:latin typeface="+mn-ea"/>
              <a:ea typeface="+mn-ea"/>
            </a:rPr>
            <a:t>型、</a:t>
          </a:r>
          <a:r>
            <a:rPr lang="en-US" sz="1500" dirty="0" smtClean="0">
              <a:latin typeface="+mn-ea"/>
              <a:ea typeface="+mn-ea"/>
            </a:rPr>
            <a:t>V</a:t>
          </a:r>
          <a:r>
            <a:rPr lang="zh-CN" sz="1500" dirty="0" smtClean="0">
              <a:latin typeface="+mn-ea"/>
              <a:ea typeface="+mn-ea"/>
            </a:rPr>
            <a:t>型、</a:t>
          </a:r>
          <a:r>
            <a:rPr lang="en-US" sz="1500" dirty="0" smtClean="0">
              <a:latin typeface="+mn-ea"/>
              <a:ea typeface="+mn-ea"/>
            </a:rPr>
            <a:t>X</a:t>
          </a:r>
          <a:r>
            <a:rPr lang="zh-CN" sz="1500" dirty="0" smtClean="0">
              <a:latin typeface="+mn-ea"/>
              <a:ea typeface="+mn-ea"/>
            </a:rPr>
            <a:t>型、</a:t>
          </a:r>
          <a:r>
            <a:rPr lang="en-US" sz="1500" dirty="0" smtClean="0">
              <a:latin typeface="+mn-ea"/>
              <a:ea typeface="+mn-ea"/>
            </a:rPr>
            <a:t>Y</a:t>
          </a:r>
          <a:r>
            <a:rPr lang="zh-CN" sz="1500" dirty="0" smtClean="0">
              <a:latin typeface="+mn-ea"/>
              <a:ea typeface="+mn-ea"/>
            </a:rPr>
            <a:t>型的</a:t>
          </a:r>
          <a:r>
            <a:rPr lang="en-US" sz="1500" dirty="0" smtClean="0">
              <a:latin typeface="+mn-ea"/>
              <a:ea typeface="+mn-ea"/>
            </a:rPr>
            <a:t>BOM</a:t>
          </a:r>
          <a:r>
            <a:rPr lang="zh-CN" sz="1500" dirty="0" smtClean="0">
              <a:latin typeface="+mn-ea"/>
              <a:ea typeface="+mn-ea"/>
            </a:rPr>
            <a:t>，并能对</a:t>
          </a:r>
          <a:r>
            <a:rPr lang="en-US" sz="1500" dirty="0" smtClean="0">
              <a:latin typeface="+mn-ea"/>
              <a:ea typeface="+mn-ea"/>
            </a:rPr>
            <a:t>BOM</a:t>
          </a:r>
          <a:r>
            <a:rPr lang="zh-CN" sz="1500" dirty="0" smtClean="0">
              <a:latin typeface="+mn-ea"/>
              <a:ea typeface="+mn-ea"/>
            </a:rPr>
            <a:t>快速进行建立、复制、维护、变更、删除，有效满足不同行业、不同形态的产品结构需求</a:t>
          </a:r>
          <a:r>
            <a:rPr lang="en-US" sz="1500" dirty="0" smtClean="0">
              <a:latin typeface="+mn-ea"/>
              <a:ea typeface="+mn-ea"/>
            </a:rPr>
            <a:t>(</a:t>
          </a:r>
          <a:endParaRPr lang="zh-CN" altLang="en-US" sz="1500" dirty="0">
            <a:solidFill>
              <a:schemeClr val="bg1"/>
            </a:solidFill>
            <a:latin typeface="+mn-ea"/>
            <a:ea typeface="+mn-ea"/>
          </a:endParaRPr>
        </a:p>
      </dgm:t>
    </dgm:pt>
    <dgm:pt modelId="{06060856-E888-4033-9084-25E4A8260157}" cxnId="{D3914E85-00CA-4B8D-A105-B7CF7250025E}" type="parTrans">
      <dgm:prSet/>
      <dgm:spPr/>
      <dgm:t>
        <a:bodyPr/>
        <a:lstStyle/>
        <a:p>
          <a:endParaRPr lang="zh-CN" altLang="en-US" sz="1500"/>
        </a:p>
      </dgm:t>
    </dgm:pt>
    <dgm:pt modelId="{9997EB6E-7F70-4B77-9B7A-2B23418158CA}" cxnId="{D3914E85-00CA-4B8D-A105-B7CF7250025E}" type="sibTrans">
      <dgm:prSet/>
      <dgm:spPr/>
      <dgm:t>
        <a:bodyPr/>
        <a:lstStyle/>
        <a:p>
          <a:endParaRPr lang="zh-CN" altLang="en-US" sz="1500"/>
        </a:p>
      </dgm:t>
    </dgm:pt>
    <dgm:pt modelId="{E96B1DB5-41AC-44E3-B5A8-6BEC4E0A3952}">
      <dgm:prSet phldrT="[文本]" custT="1"/>
      <dgm:spPr/>
      <dgm:t>
        <a:bodyPr/>
        <a:lstStyle/>
        <a:p>
          <a:r>
            <a:rPr lang="zh-CN" sz="1500" dirty="0" smtClean="0">
              <a:latin typeface="+mn-ea"/>
              <a:ea typeface="+mn-ea"/>
            </a:rPr>
            <a:t>提供集团</a:t>
          </a:r>
          <a:r>
            <a:rPr lang="en-US" sz="1500" dirty="0" smtClean="0">
              <a:latin typeface="+mn-ea"/>
              <a:ea typeface="+mn-ea"/>
            </a:rPr>
            <a:t>BOM</a:t>
          </a:r>
          <a:r>
            <a:rPr lang="zh-CN" sz="1500" dirty="0" smtClean="0">
              <a:latin typeface="+mn-ea"/>
              <a:ea typeface="+mn-ea"/>
            </a:rPr>
            <a:t>的管理模式，统一建立并可依不同工厂需求设置转换其专属</a:t>
          </a:r>
          <a:r>
            <a:rPr lang="en-US" sz="1500" dirty="0" smtClean="0">
              <a:latin typeface="+mn-ea"/>
              <a:ea typeface="+mn-ea"/>
            </a:rPr>
            <a:t>BOM</a:t>
          </a:r>
          <a:r>
            <a:rPr lang="zh-CN" sz="1500" dirty="0" smtClean="0">
              <a:latin typeface="+mn-ea"/>
              <a:ea typeface="+mn-ea"/>
            </a:rPr>
            <a:t>，既能实现统一管理又能满足各工厂的个性需求，提升研发数据管理的规范性</a:t>
          </a:r>
          <a:endParaRPr lang="zh-CN" altLang="en-US" sz="1500" dirty="0">
            <a:solidFill>
              <a:schemeClr val="bg1"/>
            </a:solidFill>
            <a:latin typeface="+mn-ea"/>
            <a:ea typeface="+mn-ea"/>
          </a:endParaRPr>
        </a:p>
      </dgm:t>
    </dgm:pt>
    <dgm:pt modelId="{5DAE496D-D04B-4006-8171-50A07D533655}" cxnId="{F7DA4C40-6874-4433-9103-26E2EEA5F44F}" type="parTrans">
      <dgm:prSet/>
      <dgm:spPr/>
      <dgm:t>
        <a:bodyPr/>
        <a:lstStyle/>
        <a:p>
          <a:endParaRPr lang="zh-CN" altLang="en-US" sz="1500"/>
        </a:p>
      </dgm:t>
    </dgm:pt>
    <dgm:pt modelId="{7168F843-7F5D-4E9C-912D-A60DED17A670}" cxnId="{F7DA4C40-6874-4433-9103-26E2EEA5F44F}" type="sibTrans">
      <dgm:prSet/>
      <dgm:spPr/>
      <dgm:t>
        <a:bodyPr/>
        <a:lstStyle/>
        <a:p>
          <a:endParaRPr lang="zh-CN" altLang="en-US" sz="1500"/>
        </a:p>
      </dgm:t>
    </dgm:pt>
    <dgm:pt modelId="{9F562A29-F0D4-44A1-B978-68E638E17DDA}">
      <dgm:prSet phldrT="[文本]" custT="1"/>
      <dgm:spPr/>
      <dgm:t>
        <a:bodyPr/>
        <a:lstStyle/>
        <a:p>
          <a:r>
            <a:rPr lang="zh-CN" sz="1500" dirty="0" smtClean="0">
              <a:latin typeface="+mn-ea"/>
              <a:ea typeface="+mn-ea"/>
            </a:rPr>
            <a:t>提供计划</a:t>
          </a:r>
          <a:r>
            <a:rPr lang="en-US" sz="1500" dirty="0" smtClean="0">
              <a:latin typeface="+mn-ea"/>
              <a:ea typeface="+mn-ea"/>
            </a:rPr>
            <a:t>BOM</a:t>
          </a:r>
          <a:r>
            <a:rPr lang="zh-CN" sz="1500" dirty="0" smtClean="0">
              <a:latin typeface="+mn-ea"/>
              <a:ea typeface="+mn-ea"/>
            </a:rPr>
            <a:t>功能</a:t>
          </a:r>
          <a:r>
            <a:rPr lang="en-US" sz="1500" dirty="0" smtClean="0">
              <a:latin typeface="+mn-ea"/>
              <a:ea typeface="+mn-ea"/>
            </a:rPr>
            <a:t>, </a:t>
          </a:r>
          <a:r>
            <a:rPr lang="zh-CN" sz="1500" dirty="0" smtClean="0">
              <a:latin typeface="+mn-ea"/>
              <a:ea typeface="+mn-ea"/>
            </a:rPr>
            <a:t>更贴合实务的预测方式，缩减最终产品之數目</a:t>
          </a:r>
          <a:r>
            <a:rPr lang="en-US" sz="1500" dirty="0" smtClean="0">
              <a:latin typeface="+mn-ea"/>
              <a:ea typeface="+mn-ea"/>
            </a:rPr>
            <a:t>,</a:t>
          </a:r>
          <a:r>
            <a:rPr lang="zh-CN" sz="1500" dirty="0" smtClean="0">
              <a:latin typeface="+mn-ea"/>
              <a:ea typeface="+mn-ea"/>
            </a:rPr>
            <a:t>并透过</a:t>
          </a:r>
          <a:r>
            <a:rPr lang="en-US" sz="1500" dirty="0" smtClean="0">
              <a:latin typeface="+mn-ea"/>
              <a:ea typeface="+mn-ea"/>
            </a:rPr>
            <a:t>HIT RATE</a:t>
          </a:r>
          <a:r>
            <a:rPr lang="zh-CN" sz="1500" dirty="0" smtClean="0">
              <a:latin typeface="+mn-ea"/>
              <a:ea typeface="+mn-ea"/>
            </a:rPr>
            <a:t>更方便准确提供企业进行计划性生产之规划</a:t>
          </a:r>
          <a:endParaRPr lang="zh-CN" altLang="en-US" sz="1500" dirty="0">
            <a:latin typeface="+mn-ea"/>
            <a:ea typeface="+mn-ea"/>
          </a:endParaRPr>
        </a:p>
      </dgm:t>
    </dgm:pt>
    <dgm:pt modelId="{285A7013-48E8-40C3-897D-8E491FFD00ED}" cxnId="{54D107BA-FBB7-4BED-B8BD-B36D056A7FBB}" type="parTrans">
      <dgm:prSet/>
      <dgm:spPr/>
      <dgm:t>
        <a:bodyPr/>
        <a:lstStyle/>
        <a:p>
          <a:endParaRPr lang="zh-CN" altLang="en-US" sz="1500"/>
        </a:p>
      </dgm:t>
    </dgm:pt>
    <dgm:pt modelId="{2BE9C7C5-366B-48AC-809A-B052103EE174}" cxnId="{54D107BA-FBB7-4BED-B8BD-B36D056A7FBB}" type="sibTrans">
      <dgm:prSet/>
      <dgm:spPr/>
      <dgm:t>
        <a:bodyPr/>
        <a:lstStyle/>
        <a:p>
          <a:endParaRPr lang="zh-CN" altLang="en-US" sz="1500"/>
        </a:p>
      </dgm:t>
    </dgm:pt>
    <dgm:pt modelId="{4FD53FB6-5AE5-4353-8521-2D0B88473842}">
      <dgm:prSet phldrT="[文本]" custT="1"/>
      <dgm:spPr/>
      <dgm:t>
        <a:bodyPr/>
        <a:lstStyle/>
        <a:p>
          <a:r>
            <a:rPr lang="zh-CN" sz="1500" dirty="0" smtClean="0">
              <a:latin typeface="+mn-ea"/>
              <a:ea typeface="+mn-ea"/>
            </a:rPr>
            <a:t>提供强大的产品配置管理功能，满足配置套餐式或动态可配置式</a:t>
          </a:r>
          <a:r>
            <a:rPr lang="en-US" sz="1500" dirty="0" smtClean="0">
              <a:latin typeface="+mn-ea"/>
              <a:ea typeface="+mn-ea"/>
            </a:rPr>
            <a:t>BOM</a:t>
          </a:r>
          <a:r>
            <a:rPr lang="zh-CN" sz="1500" dirty="0" smtClean="0">
              <a:latin typeface="+mn-ea"/>
              <a:ea typeface="+mn-ea"/>
            </a:rPr>
            <a:t>，方便快速生成不同需求的</a:t>
          </a:r>
          <a:r>
            <a:rPr lang="en-US" sz="1500" dirty="0" smtClean="0">
              <a:latin typeface="+mn-ea"/>
              <a:ea typeface="+mn-ea"/>
            </a:rPr>
            <a:t>BOM</a:t>
          </a:r>
          <a:r>
            <a:rPr lang="zh-CN" sz="1500" dirty="0" smtClean="0">
              <a:latin typeface="+mn-ea"/>
              <a:ea typeface="+mn-ea"/>
            </a:rPr>
            <a:t>，方便研发产品数据的管理，加快产品的交付</a:t>
          </a:r>
          <a:endParaRPr lang="zh-CN" altLang="en-US" sz="1500" dirty="0">
            <a:latin typeface="+mn-ea"/>
            <a:ea typeface="+mn-ea"/>
          </a:endParaRPr>
        </a:p>
      </dgm:t>
    </dgm:pt>
    <dgm:pt modelId="{0E92D7F6-5CC2-486D-BE36-34E80E57DAF2}" cxnId="{C5374309-6348-4B44-88B0-293248F791D0}" type="parTrans">
      <dgm:prSet/>
      <dgm:spPr/>
      <dgm:t>
        <a:bodyPr/>
        <a:lstStyle/>
        <a:p>
          <a:endParaRPr lang="zh-CN" altLang="en-US" sz="1500"/>
        </a:p>
      </dgm:t>
    </dgm:pt>
    <dgm:pt modelId="{17CBE6D8-6741-422D-BBB6-37BFAEEF06FA}" cxnId="{C5374309-6348-4B44-88B0-293248F791D0}" type="sibTrans">
      <dgm:prSet/>
      <dgm:spPr/>
      <dgm:t>
        <a:bodyPr/>
        <a:lstStyle/>
        <a:p>
          <a:endParaRPr lang="zh-CN" altLang="en-US" sz="1500"/>
        </a:p>
      </dgm:t>
    </dgm:pt>
    <dgm:pt modelId="{B4933380-3DD7-4A6D-BF0D-7BCAD827F54D}">
      <dgm:prSet phldrT="[文本]" custT="1"/>
      <dgm:spPr/>
      <dgm:t>
        <a:bodyPr/>
        <a:lstStyle/>
        <a:p>
          <a:r>
            <a:rPr lang="zh-CN" sz="1500" dirty="0" smtClean="0"/>
            <a:t>提供灵活的取替代料管理模式（新旧、主副、通用、 专用、顺序、用完再替、择期替代、群组替代），从计划到现场全程考虑取替代信息</a:t>
          </a:r>
          <a:r>
            <a:rPr lang="zh-CN" altLang="en-US" sz="1500" dirty="0" smtClean="0"/>
            <a:t>，</a:t>
          </a:r>
          <a:r>
            <a:rPr lang="zh-CN" sz="1500" dirty="0" smtClean="0"/>
            <a:t>加快库存周转，有效避免呆滞</a:t>
          </a:r>
          <a:endParaRPr lang="zh-CN" altLang="en-US" sz="1500" dirty="0">
            <a:latin typeface="+mn-ea"/>
            <a:ea typeface="+mn-ea"/>
          </a:endParaRPr>
        </a:p>
      </dgm:t>
    </dgm:pt>
    <dgm:pt modelId="{DDA639C8-E822-4D77-898D-20BD9379A1CB}" cxnId="{24E5BC5D-9B90-4AC0-B89A-05F9B620E68A}" type="parTrans">
      <dgm:prSet/>
      <dgm:spPr/>
      <dgm:t>
        <a:bodyPr/>
        <a:lstStyle/>
        <a:p>
          <a:endParaRPr lang="zh-CN" altLang="en-US"/>
        </a:p>
      </dgm:t>
    </dgm:pt>
    <dgm:pt modelId="{930A4B31-8884-46E2-BEBD-36D66FD5D461}" cxnId="{24E5BC5D-9B90-4AC0-B89A-05F9B620E68A}" type="sibTrans">
      <dgm:prSet/>
      <dgm:spPr/>
      <dgm:t>
        <a:bodyPr/>
        <a:lstStyle/>
        <a:p>
          <a:endParaRPr lang="zh-CN" altLang="en-US"/>
        </a:p>
      </dgm:t>
    </dgm:pt>
    <dgm:pt modelId="{3740CF1D-69B2-485A-B763-EB8BC3B1E70C}" type="pres">
      <dgm:prSet presAssocID="{C00C7A98-7ECD-4435-9D7F-FF112A9FBAA0}" presName="linear" presStyleCnt="0">
        <dgm:presLayoutVars>
          <dgm:dir/>
          <dgm:animLvl val="lvl"/>
          <dgm:resizeHandles val="exact"/>
        </dgm:presLayoutVars>
      </dgm:prSet>
      <dgm:spPr/>
      <dgm:t>
        <a:bodyPr/>
        <a:lstStyle/>
        <a:p>
          <a:endParaRPr lang="zh-CN" altLang="en-US"/>
        </a:p>
      </dgm:t>
    </dgm:pt>
    <dgm:pt modelId="{55D52745-10E8-4F8F-88F2-E701EA16A82B}" type="pres">
      <dgm:prSet presAssocID="{857150ED-9B25-40D0-A2C7-DFDA038D29DF}" presName="parentLin" presStyleCnt="0"/>
      <dgm:spPr/>
    </dgm:pt>
    <dgm:pt modelId="{BCA4E72C-4D15-4604-BDA7-9D69F1323077}" type="pres">
      <dgm:prSet presAssocID="{857150ED-9B25-40D0-A2C7-DFDA038D29DF}" presName="parentLeftMargin" presStyleLbl="node1" presStyleIdx="0" presStyleCnt="6"/>
      <dgm:spPr/>
      <dgm:t>
        <a:bodyPr/>
        <a:lstStyle/>
        <a:p>
          <a:endParaRPr lang="zh-CN" altLang="en-US"/>
        </a:p>
      </dgm:t>
    </dgm:pt>
    <dgm:pt modelId="{4A4E8380-49B3-4E2A-ABD0-1A9D972BB422}" type="pres">
      <dgm:prSet presAssocID="{857150ED-9B25-40D0-A2C7-DFDA038D29DF}" presName="parentText" presStyleLbl="node1" presStyleIdx="0" presStyleCnt="6" custScaleX="128825">
        <dgm:presLayoutVars>
          <dgm:chMax val="0"/>
          <dgm:bulletEnabled val="1"/>
        </dgm:presLayoutVars>
      </dgm:prSet>
      <dgm:spPr/>
      <dgm:t>
        <a:bodyPr/>
        <a:lstStyle/>
        <a:p>
          <a:endParaRPr lang="zh-CN" altLang="en-US"/>
        </a:p>
      </dgm:t>
    </dgm:pt>
    <dgm:pt modelId="{32404ABF-F8B2-49D7-A9D5-25A5CF39F4B1}" type="pres">
      <dgm:prSet presAssocID="{857150ED-9B25-40D0-A2C7-DFDA038D29DF}" presName="negativeSpace" presStyleCnt="0"/>
      <dgm:spPr/>
    </dgm:pt>
    <dgm:pt modelId="{824AE009-5FC2-4DBC-B9BD-A1E35DA37FCD}" type="pres">
      <dgm:prSet presAssocID="{857150ED-9B25-40D0-A2C7-DFDA038D29DF}" presName="childText" presStyleLbl="conFgAcc1" presStyleIdx="0" presStyleCnt="6">
        <dgm:presLayoutVars>
          <dgm:bulletEnabled val="1"/>
        </dgm:presLayoutVars>
      </dgm:prSet>
      <dgm:spPr/>
    </dgm:pt>
    <dgm:pt modelId="{C7C51CAD-C5E2-4D5E-A698-3DFBD6392DB7}" type="pres">
      <dgm:prSet presAssocID="{D16BB536-7383-489D-803A-06D3B6DFFA26}" presName="spaceBetweenRectangles" presStyleCnt="0"/>
      <dgm:spPr/>
    </dgm:pt>
    <dgm:pt modelId="{C73AE9EE-F742-4B5C-AEEB-D6B55E140AB8}" type="pres">
      <dgm:prSet presAssocID="{AC937EDB-65F6-4941-BACE-2D346F8B2E64}" presName="parentLin" presStyleCnt="0"/>
      <dgm:spPr/>
    </dgm:pt>
    <dgm:pt modelId="{776145A4-EAB9-4CCB-87EA-522E67BAF50C}" type="pres">
      <dgm:prSet presAssocID="{AC937EDB-65F6-4941-BACE-2D346F8B2E64}" presName="parentLeftMargin" presStyleLbl="node1" presStyleIdx="0" presStyleCnt="6"/>
      <dgm:spPr/>
      <dgm:t>
        <a:bodyPr/>
        <a:lstStyle/>
        <a:p>
          <a:endParaRPr lang="zh-CN" altLang="en-US"/>
        </a:p>
      </dgm:t>
    </dgm:pt>
    <dgm:pt modelId="{9834A542-8C3A-4D97-B4A2-520E731DD121}" type="pres">
      <dgm:prSet presAssocID="{AC937EDB-65F6-4941-BACE-2D346F8B2E64}" presName="parentText" presStyleLbl="node1" presStyleIdx="1" presStyleCnt="6" custScaleX="129423">
        <dgm:presLayoutVars>
          <dgm:chMax val="0"/>
          <dgm:bulletEnabled val="1"/>
        </dgm:presLayoutVars>
      </dgm:prSet>
      <dgm:spPr/>
      <dgm:t>
        <a:bodyPr/>
        <a:lstStyle/>
        <a:p>
          <a:endParaRPr lang="zh-CN" altLang="en-US"/>
        </a:p>
      </dgm:t>
    </dgm:pt>
    <dgm:pt modelId="{43123529-9C5A-4188-8DA8-FFBF49AB97D9}" type="pres">
      <dgm:prSet presAssocID="{AC937EDB-65F6-4941-BACE-2D346F8B2E64}" presName="negativeSpace" presStyleCnt="0"/>
      <dgm:spPr/>
    </dgm:pt>
    <dgm:pt modelId="{9B51DF9C-7703-4319-9AD6-107418EDE06E}" type="pres">
      <dgm:prSet presAssocID="{AC937EDB-65F6-4941-BACE-2D346F8B2E64}" presName="childText" presStyleLbl="conFgAcc1" presStyleIdx="1" presStyleCnt="6">
        <dgm:presLayoutVars>
          <dgm:bulletEnabled val="1"/>
        </dgm:presLayoutVars>
      </dgm:prSet>
      <dgm:spPr/>
    </dgm:pt>
    <dgm:pt modelId="{904C4DDD-9BD5-4A7F-9A3B-338ABFEEDBF1}" type="pres">
      <dgm:prSet presAssocID="{9997EB6E-7F70-4B77-9B7A-2B23418158CA}" presName="spaceBetweenRectangles" presStyleCnt="0"/>
      <dgm:spPr/>
    </dgm:pt>
    <dgm:pt modelId="{2E4C9C88-2728-47A2-832E-4B395358AF1E}" type="pres">
      <dgm:prSet presAssocID="{E96B1DB5-41AC-44E3-B5A8-6BEC4E0A3952}" presName="parentLin" presStyleCnt="0"/>
      <dgm:spPr/>
    </dgm:pt>
    <dgm:pt modelId="{90772A91-AE65-4D03-AD45-ED7763404647}" type="pres">
      <dgm:prSet presAssocID="{E96B1DB5-41AC-44E3-B5A8-6BEC4E0A3952}" presName="parentLeftMargin" presStyleLbl="node1" presStyleIdx="1" presStyleCnt="6"/>
      <dgm:spPr/>
      <dgm:t>
        <a:bodyPr/>
        <a:lstStyle/>
        <a:p>
          <a:endParaRPr lang="zh-CN" altLang="en-US"/>
        </a:p>
      </dgm:t>
    </dgm:pt>
    <dgm:pt modelId="{05C12371-90A2-4C07-BC2B-48FE86A72522}" type="pres">
      <dgm:prSet presAssocID="{E96B1DB5-41AC-44E3-B5A8-6BEC4E0A3952}" presName="parentText" presStyleLbl="node1" presStyleIdx="2" presStyleCnt="6" custScaleX="128825">
        <dgm:presLayoutVars>
          <dgm:chMax val="0"/>
          <dgm:bulletEnabled val="1"/>
        </dgm:presLayoutVars>
      </dgm:prSet>
      <dgm:spPr/>
      <dgm:t>
        <a:bodyPr/>
        <a:lstStyle/>
        <a:p>
          <a:endParaRPr lang="zh-CN" altLang="en-US"/>
        </a:p>
      </dgm:t>
    </dgm:pt>
    <dgm:pt modelId="{100CB204-20DF-4698-91CF-C5CEDD84D987}" type="pres">
      <dgm:prSet presAssocID="{E96B1DB5-41AC-44E3-B5A8-6BEC4E0A3952}" presName="negativeSpace" presStyleCnt="0"/>
      <dgm:spPr/>
    </dgm:pt>
    <dgm:pt modelId="{95D8A8C3-3960-4414-AD6D-CAD0016F246E}" type="pres">
      <dgm:prSet presAssocID="{E96B1DB5-41AC-44E3-B5A8-6BEC4E0A3952}" presName="childText" presStyleLbl="conFgAcc1" presStyleIdx="2" presStyleCnt="6">
        <dgm:presLayoutVars>
          <dgm:bulletEnabled val="1"/>
        </dgm:presLayoutVars>
      </dgm:prSet>
      <dgm:spPr/>
    </dgm:pt>
    <dgm:pt modelId="{13FCB50E-1D48-4B51-BC98-894AFC41F311}" type="pres">
      <dgm:prSet presAssocID="{7168F843-7F5D-4E9C-912D-A60DED17A670}" presName="spaceBetweenRectangles" presStyleCnt="0"/>
      <dgm:spPr/>
    </dgm:pt>
    <dgm:pt modelId="{7A845E82-A15B-41C9-95EA-EC07E5A1F34E}" type="pres">
      <dgm:prSet presAssocID="{9F562A29-F0D4-44A1-B978-68E638E17DDA}" presName="parentLin" presStyleCnt="0"/>
      <dgm:spPr/>
    </dgm:pt>
    <dgm:pt modelId="{6EC9E607-F3D0-4710-B117-FCBD43B82E13}" type="pres">
      <dgm:prSet presAssocID="{9F562A29-F0D4-44A1-B978-68E638E17DDA}" presName="parentLeftMargin" presStyleLbl="node1" presStyleIdx="2" presStyleCnt="6"/>
      <dgm:spPr/>
      <dgm:t>
        <a:bodyPr/>
        <a:lstStyle/>
        <a:p>
          <a:endParaRPr lang="zh-CN" altLang="en-US"/>
        </a:p>
      </dgm:t>
    </dgm:pt>
    <dgm:pt modelId="{3B36984D-F356-4972-A9AE-ED057CF38517}" type="pres">
      <dgm:prSet presAssocID="{9F562A29-F0D4-44A1-B978-68E638E17DDA}" presName="parentText" presStyleLbl="node1" presStyleIdx="3" presStyleCnt="6" custScaleX="128826">
        <dgm:presLayoutVars>
          <dgm:chMax val="0"/>
          <dgm:bulletEnabled val="1"/>
        </dgm:presLayoutVars>
      </dgm:prSet>
      <dgm:spPr/>
      <dgm:t>
        <a:bodyPr/>
        <a:lstStyle/>
        <a:p>
          <a:endParaRPr lang="zh-CN" altLang="en-US"/>
        </a:p>
      </dgm:t>
    </dgm:pt>
    <dgm:pt modelId="{6C2B987D-FCB1-413F-93F3-340798A03074}" type="pres">
      <dgm:prSet presAssocID="{9F562A29-F0D4-44A1-B978-68E638E17DDA}" presName="negativeSpace" presStyleCnt="0"/>
      <dgm:spPr/>
    </dgm:pt>
    <dgm:pt modelId="{582AD53C-6BD9-4AFE-BDD4-4C9200510956}" type="pres">
      <dgm:prSet presAssocID="{9F562A29-F0D4-44A1-B978-68E638E17DDA}" presName="childText" presStyleLbl="conFgAcc1" presStyleIdx="3" presStyleCnt="6">
        <dgm:presLayoutVars>
          <dgm:bulletEnabled val="1"/>
        </dgm:presLayoutVars>
      </dgm:prSet>
      <dgm:spPr/>
    </dgm:pt>
    <dgm:pt modelId="{4E1CCFD7-DB2D-4EA1-9F64-052DE981E3E9}" type="pres">
      <dgm:prSet presAssocID="{2BE9C7C5-366B-48AC-809A-B052103EE174}" presName="spaceBetweenRectangles" presStyleCnt="0"/>
      <dgm:spPr/>
    </dgm:pt>
    <dgm:pt modelId="{1A486DEE-823B-4C5F-9BD8-3522E0F8EE64}" type="pres">
      <dgm:prSet presAssocID="{4FD53FB6-5AE5-4353-8521-2D0B88473842}" presName="parentLin" presStyleCnt="0"/>
      <dgm:spPr/>
    </dgm:pt>
    <dgm:pt modelId="{9516AE43-533F-4BAC-BB4D-AFA6C628D31C}" type="pres">
      <dgm:prSet presAssocID="{4FD53FB6-5AE5-4353-8521-2D0B88473842}" presName="parentLeftMargin" presStyleLbl="node1" presStyleIdx="3" presStyleCnt="6"/>
      <dgm:spPr/>
      <dgm:t>
        <a:bodyPr/>
        <a:lstStyle/>
        <a:p>
          <a:endParaRPr lang="zh-CN" altLang="en-US"/>
        </a:p>
      </dgm:t>
    </dgm:pt>
    <dgm:pt modelId="{245C6DEC-0AD6-409D-88FD-D39917B60AD3}" type="pres">
      <dgm:prSet presAssocID="{4FD53FB6-5AE5-4353-8521-2D0B88473842}" presName="parentText" presStyleLbl="node1" presStyleIdx="4" presStyleCnt="6" custScaleX="128825">
        <dgm:presLayoutVars>
          <dgm:chMax val="0"/>
          <dgm:bulletEnabled val="1"/>
        </dgm:presLayoutVars>
      </dgm:prSet>
      <dgm:spPr/>
      <dgm:t>
        <a:bodyPr/>
        <a:lstStyle/>
        <a:p>
          <a:endParaRPr lang="zh-CN" altLang="en-US"/>
        </a:p>
      </dgm:t>
    </dgm:pt>
    <dgm:pt modelId="{E406ECE8-A9A8-4318-9D48-88BD69DD52A2}" type="pres">
      <dgm:prSet presAssocID="{4FD53FB6-5AE5-4353-8521-2D0B88473842}" presName="negativeSpace" presStyleCnt="0"/>
      <dgm:spPr/>
    </dgm:pt>
    <dgm:pt modelId="{BF901CD9-2924-46CF-B908-7D9D6F02FCA3}" type="pres">
      <dgm:prSet presAssocID="{4FD53FB6-5AE5-4353-8521-2D0B88473842}" presName="childText" presStyleLbl="conFgAcc1" presStyleIdx="4" presStyleCnt="6">
        <dgm:presLayoutVars>
          <dgm:bulletEnabled val="1"/>
        </dgm:presLayoutVars>
      </dgm:prSet>
      <dgm:spPr/>
    </dgm:pt>
    <dgm:pt modelId="{037E96A3-D13C-4AA8-8863-8A30AD5B22C6}" type="pres">
      <dgm:prSet presAssocID="{17CBE6D8-6741-422D-BBB6-37BFAEEF06FA}" presName="spaceBetweenRectangles" presStyleCnt="0"/>
      <dgm:spPr/>
    </dgm:pt>
    <dgm:pt modelId="{F3B96C6B-4EDA-4CCE-8A47-1A000D03DB6B}" type="pres">
      <dgm:prSet presAssocID="{B4933380-3DD7-4A6D-BF0D-7BCAD827F54D}" presName="parentLin" presStyleCnt="0"/>
      <dgm:spPr/>
    </dgm:pt>
    <dgm:pt modelId="{18470E2E-F1F3-45B8-AE7A-F63BCE6EC9EE}" type="pres">
      <dgm:prSet presAssocID="{B4933380-3DD7-4A6D-BF0D-7BCAD827F54D}" presName="parentLeftMargin" presStyleLbl="node1" presStyleIdx="4" presStyleCnt="6"/>
      <dgm:spPr/>
      <dgm:t>
        <a:bodyPr/>
        <a:lstStyle/>
        <a:p>
          <a:endParaRPr lang="zh-CN" altLang="en-US"/>
        </a:p>
      </dgm:t>
    </dgm:pt>
    <dgm:pt modelId="{C34BB055-CEFA-497E-AF18-064E278288F0}" type="pres">
      <dgm:prSet presAssocID="{B4933380-3DD7-4A6D-BF0D-7BCAD827F54D}" presName="parentText" presStyleLbl="node1" presStyleIdx="5" presStyleCnt="6" custScaleX="129423">
        <dgm:presLayoutVars>
          <dgm:chMax val="0"/>
          <dgm:bulletEnabled val="1"/>
        </dgm:presLayoutVars>
      </dgm:prSet>
      <dgm:spPr/>
      <dgm:t>
        <a:bodyPr/>
        <a:lstStyle/>
        <a:p>
          <a:endParaRPr lang="zh-CN" altLang="en-US"/>
        </a:p>
      </dgm:t>
    </dgm:pt>
    <dgm:pt modelId="{FC97E7DD-03AD-4083-BAEB-9F514C97A22D}" type="pres">
      <dgm:prSet presAssocID="{B4933380-3DD7-4A6D-BF0D-7BCAD827F54D}" presName="negativeSpace" presStyleCnt="0"/>
      <dgm:spPr/>
    </dgm:pt>
    <dgm:pt modelId="{91F3CD72-4E35-47D0-8D4B-750C09C16C3F}" type="pres">
      <dgm:prSet presAssocID="{B4933380-3DD7-4A6D-BF0D-7BCAD827F54D}" presName="childText" presStyleLbl="conFgAcc1" presStyleIdx="5" presStyleCnt="6">
        <dgm:presLayoutVars>
          <dgm:bulletEnabled val="1"/>
        </dgm:presLayoutVars>
      </dgm:prSet>
      <dgm:spPr/>
    </dgm:pt>
  </dgm:ptLst>
  <dgm:cxnLst>
    <dgm:cxn modelId="{BAF83C12-BEAB-478E-AFF0-4CD49E4CCD02}" type="presOf" srcId="{857150ED-9B25-40D0-A2C7-DFDA038D29DF}" destId="{BCA4E72C-4D15-4604-BDA7-9D69F1323077}" srcOrd="0" destOrd="0" presId="urn:microsoft.com/office/officeart/2005/8/layout/list1#2"/>
    <dgm:cxn modelId="{C0867ABA-65C6-4B7B-A7B8-FAD210379A32}" type="presOf" srcId="{9F562A29-F0D4-44A1-B978-68E638E17DDA}" destId="{3B36984D-F356-4972-A9AE-ED057CF38517}" srcOrd="1" destOrd="0" presId="urn:microsoft.com/office/officeart/2005/8/layout/list1#2"/>
    <dgm:cxn modelId="{528BDDAD-D538-4941-B729-2ED9D4BD249C}" type="presOf" srcId="{AC937EDB-65F6-4941-BACE-2D346F8B2E64}" destId="{9834A542-8C3A-4D97-B4A2-520E731DD121}" srcOrd="1" destOrd="0" presId="urn:microsoft.com/office/officeart/2005/8/layout/list1#2"/>
    <dgm:cxn modelId="{9C2474D5-0694-492C-9407-D0C52738192E}" type="presOf" srcId="{857150ED-9B25-40D0-A2C7-DFDA038D29DF}" destId="{4A4E8380-49B3-4E2A-ABD0-1A9D972BB422}" srcOrd="1" destOrd="0" presId="urn:microsoft.com/office/officeart/2005/8/layout/list1#2"/>
    <dgm:cxn modelId="{24E5BC5D-9B90-4AC0-B89A-05F9B620E68A}" srcId="{C00C7A98-7ECD-4435-9D7F-FF112A9FBAA0}" destId="{B4933380-3DD7-4A6D-BF0D-7BCAD827F54D}" srcOrd="5" destOrd="0" parTransId="{DDA639C8-E822-4D77-898D-20BD9379A1CB}" sibTransId="{930A4B31-8884-46E2-BEBD-36D66FD5D461}"/>
    <dgm:cxn modelId="{A498C52A-FE0B-4C1F-A800-DE9C8D6A0F2E}" type="presOf" srcId="{AC937EDB-65F6-4941-BACE-2D346F8B2E64}" destId="{776145A4-EAB9-4CCB-87EA-522E67BAF50C}" srcOrd="0" destOrd="0" presId="urn:microsoft.com/office/officeart/2005/8/layout/list1#2"/>
    <dgm:cxn modelId="{3DC6D8A2-6188-48BC-B87D-B3AEE6D7F6CB}" type="presOf" srcId="{4FD53FB6-5AE5-4353-8521-2D0B88473842}" destId="{245C6DEC-0AD6-409D-88FD-D39917B60AD3}" srcOrd="1" destOrd="0" presId="urn:microsoft.com/office/officeart/2005/8/layout/list1#2"/>
    <dgm:cxn modelId="{54D107BA-FBB7-4BED-B8BD-B36D056A7FBB}" srcId="{C00C7A98-7ECD-4435-9D7F-FF112A9FBAA0}" destId="{9F562A29-F0D4-44A1-B978-68E638E17DDA}" srcOrd="3" destOrd="0" parTransId="{285A7013-48E8-40C3-897D-8E491FFD00ED}" sibTransId="{2BE9C7C5-366B-48AC-809A-B052103EE174}"/>
    <dgm:cxn modelId="{4750CBDB-7697-4629-814F-1C6C76908051}" srcId="{C00C7A98-7ECD-4435-9D7F-FF112A9FBAA0}" destId="{857150ED-9B25-40D0-A2C7-DFDA038D29DF}" srcOrd="0" destOrd="0" parTransId="{873A6E2D-69D8-4D5E-B651-B6BDE4583F88}" sibTransId="{D16BB536-7383-489D-803A-06D3B6DFFA26}"/>
    <dgm:cxn modelId="{7AB4AFE7-929D-4DF1-A1AE-4BA4DE72CBBB}" type="presOf" srcId="{C00C7A98-7ECD-4435-9D7F-FF112A9FBAA0}" destId="{3740CF1D-69B2-485A-B763-EB8BC3B1E70C}" srcOrd="0" destOrd="0" presId="urn:microsoft.com/office/officeart/2005/8/layout/list1#2"/>
    <dgm:cxn modelId="{B88F9EB5-21A1-4C91-AD7F-426887DD8CE4}" type="presOf" srcId="{E96B1DB5-41AC-44E3-B5A8-6BEC4E0A3952}" destId="{05C12371-90A2-4C07-BC2B-48FE86A72522}" srcOrd="1" destOrd="0" presId="urn:microsoft.com/office/officeart/2005/8/layout/list1#2"/>
    <dgm:cxn modelId="{6B2080A5-566C-473E-8607-B9BFCF1B0B7E}" type="presOf" srcId="{4FD53FB6-5AE5-4353-8521-2D0B88473842}" destId="{9516AE43-533F-4BAC-BB4D-AFA6C628D31C}" srcOrd="0" destOrd="0" presId="urn:microsoft.com/office/officeart/2005/8/layout/list1#2"/>
    <dgm:cxn modelId="{D3914E85-00CA-4B8D-A105-B7CF7250025E}" srcId="{C00C7A98-7ECD-4435-9D7F-FF112A9FBAA0}" destId="{AC937EDB-65F6-4941-BACE-2D346F8B2E64}" srcOrd="1" destOrd="0" parTransId="{06060856-E888-4033-9084-25E4A8260157}" sibTransId="{9997EB6E-7F70-4B77-9B7A-2B23418158CA}"/>
    <dgm:cxn modelId="{717EC2B6-0765-46E8-80BA-1F1C5D607183}" type="presOf" srcId="{E96B1DB5-41AC-44E3-B5A8-6BEC4E0A3952}" destId="{90772A91-AE65-4D03-AD45-ED7763404647}" srcOrd="0" destOrd="0" presId="urn:microsoft.com/office/officeart/2005/8/layout/list1#2"/>
    <dgm:cxn modelId="{97C6B636-74FB-4955-B824-A9DD6307DF81}" type="presOf" srcId="{9F562A29-F0D4-44A1-B978-68E638E17DDA}" destId="{6EC9E607-F3D0-4710-B117-FCBD43B82E13}" srcOrd="0" destOrd="0" presId="urn:microsoft.com/office/officeart/2005/8/layout/list1#2"/>
    <dgm:cxn modelId="{DD323C83-CAE3-4EE6-A9B0-1834C8DBB2A9}" type="presOf" srcId="{B4933380-3DD7-4A6D-BF0D-7BCAD827F54D}" destId="{18470E2E-F1F3-45B8-AE7A-F63BCE6EC9EE}" srcOrd="0" destOrd="0" presId="urn:microsoft.com/office/officeart/2005/8/layout/list1#2"/>
    <dgm:cxn modelId="{66CD38D1-B3A6-45B2-BEC4-16FE5D10FE91}" type="presOf" srcId="{B4933380-3DD7-4A6D-BF0D-7BCAD827F54D}" destId="{C34BB055-CEFA-497E-AF18-064E278288F0}" srcOrd="1" destOrd="0" presId="urn:microsoft.com/office/officeart/2005/8/layout/list1#2"/>
    <dgm:cxn modelId="{F7DA4C40-6874-4433-9103-26E2EEA5F44F}" srcId="{C00C7A98-7ECD-4435-9D7F-FF112A9FBAA0}" destId="{E96B1DB5-41AC-44E3-B5A8-6BEC4E0A3952}" srcOrd="2" destOrd="0" parTransId="{5DAE496D-D04B-4006-8171-50A07D533655}" sibTransId="{7168F843-7F5D-4E9C-912D-A60DED17A670}"/>
    <dgm:cxn modelId="{C5374309-6348-4B44-88B0-293248F791D0}" srcId="{C00C7A98-7ECD-4435-9D7F-FF112A9FBAA0}" destId="{4FD53FB6-5AE5-4353-8521-2D0B88473842}" srcOrd="4" destOrd="0" parTransId="{0E92D7F6-5CC2-486D-BE36-34E80E57DAF2}" sibTransId="{17CBE6D8-6741-422D-BBB6-37BFAEEF06FA}"/>
    <dgm:cxn modelId="{C1BB0086-A0AC-4851-A088-31CD9EFF4ED7}" type="presParOf" srcId="{3740CF1D-69B2-485A-B763-EB8BC3B1E70C}" destId="{55D52745-10E8-4F8F-88F2-E701EA16A82B}" srcOrd="0" destOrd="0" presId="urn:microsoft.com/office/officeart/2005/8/layout/list1#2"/>
    <dgm:cxn modelId="{E493365F-0BE5-4B17-8402-2478B3FCAE7F}" type="presParOf" srcId="{55D52745-10E8-4F8F-88F2-E701EA16A82B}" destId="{BCA4E72C-4D15-4604-BDA7-9D69F1323077}" srcOrd="0" destOrd="0" presId="urn:microsoft.com/office/officeart/2005/8/layout/list1#2"/>
    <dgm:cxn modelId="{12665C3E-2EA9-4FE2-B705-D058C13B307A}" type="presParOf" srcId="{55D52745-10E8-4F8F-88F2-E701EA16A82B}" destId="{4A4E8380-49B3-4E2A-ABD0-1A9D972BB422}" srcOrd="1" destOrd="0" presId="urn:microsoft.com/office/officeart/2005/8/layout/list1#2"/>
    <dgm:cxn modelId="{056109DD-8B60-4CA3-8552-9AA13B5896F0}" type="presParOf" srcId="{3740CF1D-69B2-485A-B763-EB8BC3B1E70C}" destId="{32404ABF-F8B2-49D7-A9D5-25A5CF39F4B1}" srcOrd="1" destOrd="0" presId="urn:microsoft.com/office/officeart/2005/8/layout/list1#2"/>
    <dgm:cxn modelId="{9384D735-04C6-4F95-87DB-0FFA8CA0BC3E}" type="presParOf" srcId="{3740CF1D-69B2-485A-B763-EB8BC3B1E70C}" destId="{824AE009-5FC2-4DBC-B9BD-A1E35DA37FCD}" srcOrd="2" destOrd="0" presId="urn:microsoft.com/office/officeart/2005/8/layout/list1#2"/>
    <dgm:cxn modelId="{4518AFE5-65BF-45EF-BB38-17BF299569D8}" type="presParOf" srcId="{3740CF1D-69B2-485A-B763-EB8BC3B1E70C}" destId="{C7C51CAD-C5E2-4D5E-A698-3DFBD6392DB7}" srcOrd="3" destOrd="0" presId="urn:microsoft.com/office/officeart/2005/8/layout/list1#2"/>
    <dgm:cxn modelId="{D48A4728-D465-4AF5-B88F-3B8A8FC93075}" type="presParOf" srcId="{3740CF1D-69B2-485A-B763-EB8BC3B1E70C}" destId="{C73AE9EE-F742-4B5C-AEEB-D6B55E140AB8}" srcOrd="4" destOrd="0" presId="urn:microsoft.com/office/officeart/2005/8/layout/list1#2"/>
    <dgm:cxn modelId="{455B4B47-9CCC-4D14-ABA0-1A66D6A1E64F}" type="presParOf" srcId="{C73AE9EE-F742-4B5C-AEEB-D6B55E140AB8}" destId="{776145A4-EAB9-4CCB-87EA-522E67BAF50C}" srcOrd="0" destOrd="0" presId="urn:microsoft.com/office/officeart/2005/8/layout/list1#2"/>
    <dgm:cxn modelId="{097B14E0-EE8A-4DA5-AF7F-BBEAF7252B4E}" type="presParOf" srcId="{C73AE9EE-F742-4B5C-AEEB-D6B55E140AB8}" destId="{9834A542-8C3A-4D97-B4A2-520E731DD121}" srcOrd="1" destOrd="0" presId="urn:microsoft.com/office/officeart/2005/8/layout/list1#2"/>
    <dgm:cxn modelId="{300C58C0-631B-4918-8696-2A88282B8727}" type="presParOf" srcId="{3740CF1D-69B2-485A-B763-EB8BC3B1E70C}" destId="{43123529-9C5A-4188-8DA8-FFBF49AB97D9}" srcOrd="5" destOrd="0" presId="urn:microsoft.com/office/officeart/2005/8/layout/list1#2"/>
    <dgm:cxn modelId="{16A5049A-CEE0-4F59-9F8D-60236962382A}" type="presParOf" srcId="{3740CF1D-69B2-485A-B763-EB8BC3B1E70C}" destId="{9B51DF9C-7703-4319-9AD6-107418EDE06E}" srcOrd="6" destOrd="0" presId="urn:microsoft.com/office/officeart/2005/8/layout/list1#2"/>
    <dgm:cxn modelId="{9DD4B897-44B9-44B6-982E-1922E7C772D4}" type="presParOf" srcId="{3740CF1D-69B2-485A-B763-EB8BC3B1E70C}" destId="{904C4DDD-9BD5-4A7F-9A3B-338ABFEEDBF1}" srcOrd="7" destOrd="0" presId="urn:microsoft.com/office/officeart/2005/8/layout/list1#2"/>
    <dgm:cxn modelId="{1552152C-7579-46ED-AF55-F59462721F09}" type="presParOf" srcId="{3740CF1D-69B2-485A-B763-EB8BC3B1E70C}" destId="{2E4C9C88-2728-47A2-832E-4B395358AF1E}" srcOrd="8" destOrd="0" presId="urn:microsoft.com/office/officeart/2005/8/layout/list1#2"/>
    <dgm:cxn modelId="{96FA8CD8-5082-452F-A40A-B1CDBFD259D5}" type="presParOf" srcId="{2E4C9C88-2728-47A2-832E-4B395358AF1E}" destId="{90772A91-AE65-4D03-AD45-ED7763404647}" srcOrd="0" destOrd="0" presId="urn:microsoft.com/office/officeart/2005/8/layout/list1#2"/>
    <dgm:cxn modelId="{6C465CFD-CA79-46FF-8623-D5A522602B38}" type="presParOf" srcId="{2E4C9C88-2728-47A2-832E-4B395358AF1E}" destId="{05C12371-90A2-4C07-BC2B-48FE86A72522}" srcOrd="1" destOrd="0" presId="urn:microsoft.com/office/officeart/2005/8/layout/list1#2"/>
    <dgm:cxn modelId="{BD07BBB1-3A4A-408D-9EEE-13DD770D5497}" type="presParOf" srcId="{3740CF1D-69B2-485A-B763-EB8BC3B1E70C}" destId="{100CB204-20DF-4698-91CF-C5CEDD84D987}" srcOrd="9" destOrd="0" presId="urn:microsoft.com/office/officeart/2005/8/layout/list1#2"/>
    <dgm:cxn modelId="{B9AE9B32-1C72-4DCF-A0B0-017F3AA7075A}" type="presParOf" srcId="{3740CF1D-69B2-485A-B763-EB8BC3B1E70C}" destId="{95D8A8C3-3960-4414-AD6D-CAD0016F246E}" srcOrd="10" destOrd="0" presId="urn:microsoft.com/office/officeart/2005/8/layout/list1#2"/>
    <dgm:cxn modelId="{19DC3635-CF10-4864-A2C6-6F25AD6FE8F0}" type="presParOf" srcId="{3740CF1D-69B2-485A-B763-EB8BC3B1E70C}" destId="{13FCB50E-1D48-4B51-BC98-894AFC41F311}" srcOrd="11" destOrd="0" presId="urn:microsoft.com/office/officeart/2005/8/layout/list1#2"/>
    <dgm:cxn modelId="{5BCD764F-FCCB-4B9C-84D3-3D73CEDB17F6}" type="presParOf" srcId="{3740CF1D-69B2-485A-B763-EB8BC3B1E70C}" destId="{7A845E82-A15B-41C9-95EA-EC07E5A1F34E}" srcOrd="12" destOrd="0" presId="urn:microsoft.com/office/officeart/2005/8/layout/list1#2"/>
    <dgm:cxn modelId="{F6D120BC-9D23-4AD8-AA6F-1B0BC4141D2D}" type="presParOf" srcId="{7A845E82-A15B-41C9-95EA-EC07E5A1F34E}" destId="{6EC9E607-F3D0-4710-B117-FCBD43B82E13}" srcOrd="0" destOrd="0" presId="urn:microsoft.com/office/officeart/2005/8/layout/list1#2"/>
    <dgm:cxn modelId="{37F41D3F-82A0-4D70-A159-0893EC02AB59}" type="presParOf" srcId="{7A845E82-A15B-41C9-95EA-EC07E5A1F34E}" destId="{3B36984D-F356-4972-A9AE-ED057CF38517}" srcOrd="1" destOrd="0" presId="urn:microsoft.com/office/officeart/2005/8/layout/list1#2"/>
    <dgm:cxn modelId="{BC6752F1-6072-46EE-A877-E4A12A29D172}" type="presParOf" srcId="{3740CF1D-69B2-485A-B763-EB8BC3B1E70C}" destId="{6C2B987D-FCB1-413F-93F3-340798A03074}" srcOrd="13" destOrd="0" presId="urn:microsoft.com/office/officeart/2005/8/layout/list1#2"/>
    <dgm:cxn modelId="{F8746695-4AB1-4BFF-BA53-1CD5E791FF17}" type="presParOf" srcId="{3740CF1D-69B2-485A-B763-EB8BC3B1E70C}" destId="{582AD53C-6BD9-4AFE-BDD4-4C9200510956}" srcOrd="14" destOrd="0" presId="urn:microsoft.com/office/officeart/2005/8/layout/list1#2"/>
    <dgm:cxn modelId="{63FFFD27-DD94-4F90-A44B-008C48DA7E4A}" type="presParOf" srcId="{3740CF1D-69B2-485A-B763-EB8BC3B1E70C}" destId="{4E1CCFD7-DB2D-4EA1-9F64-052DE981E3E9}" srcOrd="15" destOrd="0" presId="urn:microsoft.com/office/officeart/2005/8/layout/list1#2"/>
    <dgm:cxn modelId="{DCFE803B-24A7-4394-83F5-8729BC50347B}" type="presParOf" srcId="{3740CF1D-69B2-485A-B763-EB8BC3B1E70C}" destId="{1A486DEE-823B-4C5F-9BD8-3522E0F8EE64}" srcOrd="16" destOrd="0" presId="urn:microsoft.com/office/officeart/2005/8/layout/list1#2"/>
    <dgm:cxn modelId="{6960B12E-9ADA-42EC-83A2-BA3770759798}" type="presParOf" srcId="{1A486DEE-823B-4C5F-9BD8-3522E0F8EE64}" destId="{9516AE43-533F-4BAC-BB4D-AFA6C628D31C}" srcOrd="0" destOrd="0" presId="urn:microsoft.com/office/officeart/2005/8/layout/list1#2"/>
    <dgm:cxn modelId="{27FEF01C-D6FB-4AE4-9402-A3F1205E90ED}" type="presParOf" srcId="{1A486DEE-823B-4C5F-9BD8-3522E0F8EE64}" destId="{245C6DEC-0AD6-409D-88FD-D39917B60AD3}" srcOrd="1" destOrd="0" presId="urn:microsoft.com/office/officeart/2005/8/layout/list1#2"/>
    <dgm:cxn modelId="{860CE6DF-C1C8-4A4C-BF88-0E860B1CB6B3}" type="presParOf" srcId="{3740CF1D-69B2-485A-B763-EB8BC3B1E70C}" destId="{E406ECE8-A9A8-4318-9D48-88BD69DD52A2}" srcOrd="17" destOrd="0" presId="urn:microsoft.com/office/officeart/2005/8/layout/list1#2"/>
    <dgm:cxn modelId="{A831DCDD-1941-4631-B6FC-AE85CCC4CC90}" type="presParOf" srcId="{3740CF1D-69B2-485A-B763-EB8BC3B1E70C}" destId="{BF901CD9-2924-46CF-B908-7D9D6F02FCA3}" srcOrd="18" destOrd="0" presId="urn:microsoft.com/office/officeart/2005/8/layout/list1#2"/>
    <dgm:cxn modelId="{0629A0CD-4B3B-49D0-885A-96B19B7C3203}" type="presParOf" srcId="{3740CF1D-69B2-485A-B763-EB8BC3B1E70C}" destId="{037E96A3-D13C-4AA8-8863-8A30AD5B22C6}" srcOrd="19" destOrd="0" presId="urn:microsoft.com/office/officeart/2005/8/layout/list1#2"/>
    <dgm:cxn modelId="{72E831C3-1370-4692-8B40-3F455F37A7C9}" type="presParOf" srcId="{3740CF1D-69B2-485A-B763-EB8BC3B1E70C}" destId="{F3B96C6B-4EDA-4CCE-8A47-1A000D03DB6B}" srcOrd="20" destOrd="0" presId="urn:microsoft.com/office/officeart/2005/8/layout/list1#2"/>
    <dgm:cxn modelId="{5FAE1678-17C8-492A-8E68-EAF6A8F4AF3F}" type="presParOf" srcId="{F3B96C6B-4EDA-4CCE-8A47-1A000D03DB6B}" destId="{18470E2E-F1F3-45B8-AE7A-F63BCE6EC9EE}" srcOrd="0" destOrd="0" presId="urn:microsoft.com/office/officeart/2005/8/layout/list1#2"/>
    <dgm:cxn modelId="{B72B8701-A189-40AA-966E-2AD0D7FEA500}" type="presParOf" srcId="{F3B96C6B-4EDA-4CCE-8A47-1A000D03DB6B}" destId="{C34BB055-CEFA-497E-AF18-064E278288F0}" srcOrd="1" destOrd="0" presId="urn:microsoft.com/office/officeart/2005/8/layout/list1#2"/>
    <dgm:cxn modelId="{9D414605-2A24-45DA-AE36-0B7B450BFB77}" type="presParOf" srcId="{3740CF1D-69B2-485A-B763-EB8BC3B1E70C}" destId="{FC97E7DD-03AD-4083-BAEB-9F514C97A22D}" srcOrd="21" destOrd="0" presId="urn:microsoft.com/office/officeart/2005/8/layout/list1#2"/>
    <dgm:cxn modelId="{FE47A3EB-31CA-4C05-8988-97155CAB2278}" type="presParOf" srcId="{3740CF1D-69B2-485A-B763-EB8BC3B1E70C}" destId="{91F3CD72-4E35-47D0-8D4B-750C09C16C3F}" srcOrd="22" destOrd="0" presId="urn:microsoft.com/office/officeart/2005/8/layout/list1#2"/>
  </dgm:cxnLst>
  <dgm:bg/>
  <dgm:whole/>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1" name="组合 0"/>
      <dsp:cNvGrpSpPr/>
    </dsp:nvGrpSpPr>
    <dsp:grpSpPr>
      <a:xfrm>
        <a:off x="0" y="0"/>
        <a:ext cx="8072494" cy="4551140"/>
        <a:chOff x="0" y="0"/>
        <a:chExt cx="8072494" cy="4551140"/>
      </a:xfrm>
    </dsp:grpSpPr>
    <dsp:sp>
      <dsp:nvSpPr>
        <dsp:cNvPr id="2" name="矩形 1"/>
        <dsp:cNvSpPr/>
      </dsp:nvSpPr>
      <dsp:spPr bwMode="white">
        <a:xfrm>
          <a:off x="0" y="447072"/>
          <a:ext cx="8072494" cy="628968"/>
        </a:xfrm>
        <a:prstGeom prst="rect">
          <a:avLst/>
        </a:prstGeom>
      </dsp:spPr>
      <dsp:style>
        <a:lnRef idx="2">
          <a:schemeClr val="accent2"/>
        </a:lnRef>
        <a:fillRef idx="1">
          <a:schemeClr val="lt1">
            <a:alpha val="90000"/>
          </a:schemeClr>
        </a:fillRef>
        <a:effectRef idx="0">
          <a:scrgbClr r="0" g="0" b="0"/>
        </a:effectRef>
        <a:fontRef idx="minor"/>
      </dsp:style>
      <dsp:txBody>
        <a:bodyPr/>
        <a:lstStyle>
          <a:lvl2pPr marL="285750" indent="-285750">
            <a:defRPr/>
          </a:lvl2pPr>
          <a:lvl3pPr marL="571500" indent="-285750">
            <a:defRPr/>
          </a:lvl3pPr>
          <a:lvl4pPr marL="857250" indent="-285750">
            <a:defRPr/>
          </a:lvl4pPr>
          <a:lvl5pPr marL="1143000" indent="-285750">
            <a:defRPr/>
          </a:lvl5pPr>
          <a:lvl6pPr marL="1428750" indent="-285750">
            <a:defRPr/>
          </a:lvl6pPr>
          <a:lvl7pPr marL="1714500" indent="-285750">
            <a:defRPr/>
          </a:lvl7pPr>
          <a:lvl8pPr marL="2000250" indent="-285750">
            <a:defRPr/>
          </a:lvl8pPr>
          <a:lvl9pPr marL="2286000" indent="-285750">
            <a:defRPr/>
          </a:lvl9pPr>
        </a:lstStyle>
        <a:p>
          <a:endParaRPr>
            <a:solidFill>
              <a:schemeClr val="dk1"/>
            </a:solidFill>
          </a:endParaRPr>
        </a:p>
      </dsp:txBody>
      <dsp:txXfrm>
        <a:off x="0" y="447072"/>
        <a:ext cx="8072494" cy="628968"/>
      </dsp:txXfrm>
    </dsp:sp>
    <dsp:sp>
      <dsp:nvSpPr>
        <dsp:cNvPr id="3" name="圆角矩形 2"/>
        <dsp:cNvSpPr/>
      </dsp:nvSpPr>
      <dsp:spPr bwMode="white">
        <a:xfrm>
          <a:off x="403625" y="78676"/>
          <a:ext cx="5650746" cy="736791"/>
        </a:xfrm>
        <a:prstGeom prst="roundRect">
          <a:avLst/>
        </a:prstGeom>
      </dsp:spPr>
      <dsp:style>
        <a:lnRef idx="2">
          <a:schemeClr val="lt1"/>
        </a:lnRef>
        <a:fillRef idx="1">
          <a:schemeClr val="accent2"/>
        </a:fillRef>
        <a:effectRef idx="0">
          <a:scrgbClr r="0" g="0" b="0"/>
        </a:effectRef>
        <a:fontRef idx="minor">
          <a:schemeClr val="lt1"/>
        </a:fontRef>
      </dsp:style>
      <dsp:txBody>
        <a:bodyPr lIns="213360" tIns="0" rIns="213360" bIns="0" anchor="ctr"/>
        <a:p>
          <a:pPr lvl="0" algn="l">
            <a:lnSpc>
              <a:spcPct val="90000"/>
            </a:lnSpc>
            <a:spcBef>
              <a:spcPct val="0"/>
            </a:spcBef>
            <a:spcAft>
              <a:spcPct val="35000"/>
            </a:spcAft>
          </a:pPr>
          <a:r>
            <a:rPr lang="zh-CN" altLang="en-US" sz="1800" dirty="0" smtClean="0"/>
            <a:t>为产品研发部门提供系统支持</a:t>
          </a:r>
          <a:r>
            <a:rPr lang="en-US" altLang="zh-CN" sz="1800" dirty="0" smtClean="0"/>
            <a:t>,</a:t>
          </a:r>
          <a:r>
            <a:rPr lang="zh-CN" altLang="en-US" sz="1800" dirty="0" smtClean="0"/>
            <a:t>协助用户对产品数据进行管理分析</a:t>
          </a:r>
          <a:endParaRPr lang="zh-CN" altLang="en-US" sz="1800" dirty="0"/>
        </a:p>
      </dsp:txBody>
      <dsp:txXfrm>
        <a:off x="403625" y="78676"/>
        <a:ext cx="5650746" cy="736791"/>
      </dsp:txXfrm>
    </dsp:sp>
    <dsp:sp>
      <dsp:nvSpPr>
        <dsp:cNvPr id="4" name="矩形 3"/>
        <dsp:cNvSpPr/>
      </dsp:nvSpPr>
      <dsp:spPr bwMode="white">
        <a:xfrm>
          <a:off x="0" y="1579213"/>
          <a:ext cx="8072494" cy="628968"/>
        </a:xfrm>
        <a:prstGeom prst="rect">
          <a:avLst/>
        </a:prstGeom>
      </dsp:spPr>
      <dsp:style>
        <a:lnRef idx="2">
          <a:schemeClr val="accent3"/>
        </a:lnRef>
        <a:fillRef idx="1">
          <a:schemeClr val="lt1">
            <a:alpha val="90000"/>
          </a:schemeClr>
        </a:fillRef>
        <a:effectRef idx="0">
          <a:scrgbClr r="0" g="0" b="0"/>
        </a:effectRef>
        <a:fontRef idx="minor"/>
      </dsp:style>
      <dsp:txBody>
        <a:bodyPr/>
        <a:lstStyle>
          <a:lvl2pPr marL="285750" indent="-285750">
            <a:defRPr/>
          </a:lvl2pPr>
          <a:lvl3pPr marL="571500" indent="-285750">
            <a:defRPr/>
          </a:lvl3pPr>
          <a:lvl4pPr marL="857250" indent="-285750">
            <a:defRPr/>
          </a:lvl4pPr>
          <a:lvl5pPr marL="1143000" indent="-285750">
            <a:defRPr/>
          </a:lvl5pPr>
          <a:lvl6pPr marL="1428750" indent="-285750">
            <a:defRPr/>
          </a:lvl6pPr>
          <a:lvl7pPr marL="1714500" indent="-285750">
            <a:defRPr/>
          </a:lvl7pPr>
          <a:lvl8pPr marL="2000250" indent="-285750">
            <a:defRPr/>
          </a:lvl8pPr>
          <a:lvl9pPr marL="2286000" indent="-285750">
            <a:defRPr/>
          </a:lvl9pPr>
        </a:lstStyle>
        <a:p>
          <a:endParaRPr>
            <a:solidFill>
              <a:schemeClr val="dk1"/>
            </a:solidFill>
          </a:endParaRPr>
        </a:p>
      </dsp:txBody>
      <dsp:txXfrm>
        <a:off x="0" y="1579213"/>
        <a:ext cx="8072494" cy="628968"/>
      </dsp:txXfrm>
    </dsp:sp>
    <dsp:sp>
      <dsp:nvSpPr>
        <dsp:cNvPr id="5" name="圆角矩形 4"/>
        <dsp:cNvSpPr/>
      </dsp:nvSpPr>
      <dsp:spPr bwMode="white">
        <a:xfrm>
          <a:off x="403625" y="1210818"/>
          <a:ext cx="5650746" cy="736791"/>
        </a:xfrm>
        <a:prstGeom prst="roundRect">
          <a:avLst/>
        </a:prstGeom>
      </dsp:spPr>
      <dsp:style>
        <a:lnRef idx="2">
          <a:schemeClr val="lt1"/>
        </a:lnRef>
        <a:fillRef idx="1">
          <a:schemeClr val="accent3"/>
        </a:fillRef>
        <a:effectRef idx="0">
          <a:scrgbClr r="0" g="0" b="0"/>
        </a:effectRef>
        <a:fontRef idx="minor">
          <a:schemeClr val="lt1"/>
        </a:fontRef>
      </dsp:style>
      <dsp:txBody>
        <a:bodyPr lIns="213360" tIns="0" rIns="213360" bIns="0" anchor="ctr"/>
        <a:p>
          <a:pPr lvl="0" algn="l">
            <a:lnSpc>
              <a:spcPct val="90000"/>
            </a:lnSpc>
            <a:spcBef>
              <a:spcPct val="0"/>
            </a:spcBef>
            <a:spcAft>
              <a:spcPct val="35000"/>
            </a:spcAft>
          </a:pPr>
          <a:r>
            <a:rPr lang="zh-CN" altLang="en-US" sz="1800" dirty="0" smtClean="0"/>
            <a:t>内嵌图文管理</a:t>
          </a:r>
          <a:r>
            <a:rPr lang="en-US" altLang="zh-CN" sz="1800" dirty="0" smtClean="0"/>
            <a:t>/E_ITEM/E_BOM/ECR/ECN</a:t>
          </a:r>
          <a:r>
            <a:rPr lang="zh-CN" altLang="en-US" sz="1800" dirty="0" smtClean="0"/>
            <a:t>，满足</a:t>
          </a:r>
          <a:r>
            <a:rPr lang="en-US" altLang="zh-CN" sz="1800" dirty="0" smtClean="0"/>
            <a:t>PLM</a:t>
          </a:r>
          <a:r>
            <a:rPr lang="zh-CN" altLang="en-US" sz="1800" dirty="0" smtClean="0"/>
            <a:t>管理的初级需求</a:t>
          </a:r>
          <a:endParaRPr lang="zh-CN" altLang="en-US" sz="1800" dirty="0"/>
        </a:p>
      </dsp:txBody>
      <dsp:txXfrm>
        <a:off x="403625" y="1210818"/>
        <a:ext cx="5650746" cy="736791"/>
      </dsp:txXfrm>
    </dsp:sp>
    <dsp:sp>
      <dsp:nvSpPr>
        <dsp:cNvPr id="6" name="矩形 5"/>
        <dsp:cNvSpPr/>
      </dsp:nvSpPr>
      <dsp:spPr bwMode="white">
        <a:xfrm>
          <a:off x="0" y="2711355"/>
          <a:ext cx="8072494" cy="628968"/>
        </a:xfrm>
        <a:prstGeom prst="rect">
          <a:avLst/>
        </a:prstGeom>
      </dsp:spPr>
      <dsp:style>
        <a:lnRef idx="2">
          <a:schemeClr val="accent4"/>
        </a:lnRef>
        <a:fillRef idx="1">
          <a:schemeClr val="lt1">
            <a:alpha val="90000"/>
          </a:schemeClr>
        </a:fillRef>
        <a:effectRef idx="0">
          <a:scrgbClr r="0" g="0" b="0"/>
        </a:effectRef>
        <a:fontRef idx="minor"/>
      </dsp:style>
      <dsp:txBody>
        <a:bodyPr/>
        <a:lstStyle>
          <a:lvl2pPr marL="285750" indent="-285750">
            <a:defRPr/>
          </a:lvl2pPr>
          <a:lvl3pPr marL="571500" indent="-285750">
            <a:defRPr/>
          </a:lvl3pPr>
          <a:lvl4pPr marL="857250" indent="-285750">
            <a:defRPr/>
          </a:lvl4pPr>
          <a:lvl5pPr marL="1143000" indent="-285750">
            <a:defRPr/>
          </a:lvl5pPr>
          <a:lvl6pPr marL="1428750" indent="-285750">
            <a:defRPr/>
          </a:lvl6pPr>
          <a:lvl7pPr marL="1714500" indent="-285750">
            <a:defRPr/>
          </a:lvl7pPr>
          <a:lvl8pPr marL="2000250" indent="-285750">
            <a:defRPr/>
          </a:lvl8pPr>
          <a:lvl9pPr marL="2286000" indent="-285750">
            <a:defRPr/>
          </a:lvl9pPr>
        </a:lstStyle>
        <a:p>
          <a:endParaRPr>
            <a:solidFill>
              <a:schemeClr val="dk1"/>
            </a:solidFill>
          </a:endParaRPr>
        </a:p>
      </dsp:txBody>
      <dsp:txXfrm>
        <a:off x="0" y="2711355"/>
        <a:ext cx="8072494" cy="628968"/>
      </dsp:txXfrm>
    </dsp:sp>
    <dsp:sp>
      <dsp:nvSpPr>
        <dsp:cNvPr id="7" name="圆角矩形 6"/>
        <dsp:cNvSpPr/>
      </dsp:nvSpPr>
      <dsp:spPr bwMode="white">
        <a:xfrm>
          <a:off x="403625" y="2342959"/>
          <a:ext cx="5650746" cy="736791"/>
        </a:xfrm>
        <a:prstGeom prst="roundRect">
          <a:avLst/>
        </a:prstGeom>
      </dsp:spPr>
      <dsp:style>
        <a:lnRef idx="2">
          <a:schemeClr val="lt1"/>
        </a:lnRef>
        <a:fillRef idx="1">
          <a:schemeClr val="accent4"/>
        </a:fillRef>
        <a:effectRef idx="0">
          <a:scrgbClr r="0" g="0" b="0"/>
        </a:effectRef>
        <a:fontRef idx="minor">
          <a:schemeClr val="lt1"/>
        </a:fontRef>
      </dsp:style>
      <dsp:txBody>
        <a:bodyPr lIns="213360" tIns="0" rIns="213360" bIns="0" anchor="ctr"/>
        <a:p>
          <a:pPr lvl="0" algn="l">
            <a:lnSpc>
              <a:spcPct val="90000"/>
            </a:lnSpc>
            <a:spcBef>
              <a:spcPct val="0"/>
            </a:spcBef>
            <a:spcAft>
              <a:spcPct val="35000"/>
            </a:spcAft>
          </a:pPr>
          <a:r>
            <a:rPr lang="zh-CN" altLang="en-US" sz="1800" dirty="0" smtClean="0"/>
            <a:t>提供配置模板功能，便于客户建立相似性产品结构，提高接单效率</a:t>
          </a:r>
          <a:endParaRPr lang="zh-CN" altLang="en-US" sz="1800" dirty="0"/>
        </a:p>
      </dsp:txBody>
      <dsp:txXfrm>
        <a:off x="403625" y="2342959"/>
        <a:ext cx="5650746" cy="736791"/>
      </dsp:txXfrm>
    </dsp:sp>
    <dsp:sp>
      <dsp:nvSpPr>
        <dsp:cNvPr id="8" name="矩形 7"/>
        <dsp:cNvSpPr/>
      </dsp:nvSpPr>
      <dsp:spPr bwMode="white">
        <a:xfrm>
          <a:off x="0" y="3843496"/>
          <a:ext cx="8072494" cy="628968"/>
        </a:xfrm>
        <a:prstGeom prst="rect">
          <a:avLst/>
        </a:prstGeom>
      </dsp:spPr>
      <dsp:style>
        <a:lnRef idx="2">
          <a:schemeClr val="accent5"/>
        </a:lnRef>
        <a:fillRef idx="1">
          <a:schemeClr val="lt1">
            <a:alpha val="90000"/>
          </a:schemeClr>
        </a:fillRef>
        <a:effectRef idx="0">
          <a:scrgbClr r="0" g="0" b="0"/>
        </a:effectRef>
        <a:fontRef idx="minor"/>
      </dsp:style>
      <dsp:txBody>
        <a:bodyPr/>
        <a:lstStyle>
          <a:lvl2pPr marL="285750" indent="-285750">
            <a:defRPr/>
          </a:lvl2pPr>
          <a:lvl3pPr marL="571500" indent="-285750">
            <a:defRPr/>
          </a:lvl3pPr>
          <a:lvl4pPr marL="857250" indent="-285750">
            <a:defRPr/>
          </a:lvl4pPr>
          <a:lvl5pPr marL="1143000" indent="-285750">
            <a:defRPr/>
          </a:lvl5pPr>
          <a:lvl6pPr marL="1428750" indent="-285750">
            <a:defRPr/>
          </a:lvl6pPr>
          <a:lvl7pPr marL="1714500" indent="-285750">
            <a:defRPr/>
          </a:lvl7pPr>
          <a:lvl8pPr marL="2000250" indent="-285750">
            <a:defRPr/>
          </a:lvl8pPr>
          <a:lvl9pPr marL="2286000" indent="-285750">
            <a:defRPr/>
          </a:lvl9pPr>
        </a:lstStyle>
        <a:p>
          <a:endParaRPr>
            <a:solidFill>
              <a:schemeClr val="dk1"/>
            </a:solidFill>
          </a:endParaRPr>
        </a:p>
      </dsp:txBody>
      <dsp:txXfrm>
        <a:off x="0" y="3843496"/>
        <a:ext cx="8072494" cy="628968"/>
      </dsp:txXfrm>
    </dsp:sp>
    <dsp:sp>
      <dsp:nvSpPr>
        <dsp:cNvPr id="9" name="圆角矩形 8"/>
        <dsp:cNvSpPr/>
      </dsp:nvSpPr>
      <dsp:spPr bwMode="white">
        <a:xfrm>
          <a:off x="403625" y="3475101"/>
          <a:ext cx="5650746" cy="736791"/>
        </a:xfrm>
        <a:prstGeom prst="roundRect">
          <a:avLst/>
        </a:prstGeom>
      </dsp:spPr>
      <dsp:style>
        <a:lnRef idx="2">
          <a:schemeClr val="lt1"/>
        </a:lnRef>
        <a:fillRef idx="1">
          <a:schemeClr val="accent5"/>
        </a:fillRef>
        <a:effectRef idx="0">
          <a:scrgbClr r="0" g="0" b="0"/>
        </a:effectRef>
        <a:fontRef idx="minor">
          <a:schemeClr val="lt1"/>
        </a:fontRef>
      </dsp:style>
      <dsp:txBody>
        <a:bodyPr lIns="213360" tIns="0" rIns="213360" bIns="0" anchor="ctr"/>
        <a:p>
          <a:pPr lvl="0" algn="l">
            <a:lnSpc>
              <a:spcPct val="90000"/>
            </a:lnSpc>
            <a:spcBef>
              <a:spcPct val="0"/>
            </a:spcBef>
            <a:spcAft>
              <a:spcPct val="35000"/>
            </a:spcAft>
          </a:pPr>
          <a:r>
            <a:rPr lang="zh-CN" altLang="en-US" sz="1800" dirty="0" smtClean="0"/>
            <a:t>通过配置约束，排除接单过程中的错误配置以及无法满足的需求</a:t>
          </a:r>
          <a:endParaRPr lang="zh-CN" altLang="en-US" sz="1800" dirty="0"/>
        </a:p>
      </dsp:txBody>
      <dsp:txXfrm>
        <a:off x="403625" y="3475101"/>
        <a:ext cx="5650746" cy="736791"/>
      </dsp:txXfrm>
    </dsp:sp>
    <dsp:sp>
      <dsp:nvSpPr>
        <dsp:cNvPr id="10" name="矩形 9" hidden="1"/>
        <dsp:cNvSpPr/>
      </dsp:nvSpPr>
      <dsp:spPr bwMode="white">
        <a:xfrm>
          <a:off x="0" y="447072"/>
          <a:ext cx="403625" cy="0"/>
        </a:xfrm>
        <a:prstGeom prst="rect">
          <a:avLst/>
        </a:prstGeom>
      </dsp:spPr>
      <dsp:style>
        <a:lnRef idx="2">
          <a:schemeClr val="lt1"/>
        </a:lnRef>
        <a:fillRef idx="1">
          <a:schemeClr val="accent2"/>
        </a:fillRef>
        <a:effectRef idx="0">
          <a:scrgbClr r="0" g="0" b="0"/>
        </a:effectRef>
        <a:fontRef idx="minor">
          <a:schemeClr val="lt1"/>
        </a:fontRef>
      </dsp:style>
      <dsp:txXfrm>
        <a:off x="0" y="447072"/>
        <a:ext cx="403625" cy="0"/>
      </dsp:txXfrm>
    </dsp:sp>
    <dsp:sp>
      <dsp:nvSpPr>
        <dsp:cNvPr id="11" name="矩形 10" hidden="1"/>
        <dsp:cNvSpPr/>
      </dsp:nvSpPr>
      <dsp:spPr bwMode="white">
        <a:xfrm>
          <a:off x="0" y="1579213"/>
          <a:ext cx="403625" cy="0"/>
        </a:xfrm>
        <a:prstGeom prst="rect">
          <a:avLst/>
        </a:prstGeom>
      </dsp:spPr>
      <dsp:style>
        <a:lnRef idx="2">
          <a:schemeClr val="lt1"/>
        </a:lnRef>
        <a:fillRef idx="1">
          <a:schemeClr val="accent2"/>
        </a:fillRef>
        <a:effectRef idx="0">
          <a:scrgbClr r="0" g="0" b="0"/>
        </a:effectRef>
        <a:fontRef idx="minor">
          <a:schemeClr val="lt1"/>
        </a:fontRef>
      </dsp:style>
      <dsp:txXfrm>
        <a:off x="0" y="1579213"/>
        <a:ext cx="403625" cy="0"/>
      </dsp:txXfrm>
    </dsp:sp>
    <dsp:sp>
      <dsp:nvSpPr>
        <dsp:cNvPr id="12" name="矩形 11" hidden="1"/>
        <dsp:cNvSpPr/>
      </dsp:nvSpPr>
      <dsp:spPr bwMode="white">
        <a:xfrm>
          <a:off x="0" y="2711355"/>
          <a:ext cx="403625" cy="0"/>
        </a:xfrm>
        <a:prstGeom prst="rect">
          <a:avLst/>
        </a:prstGeom>
      </dsp:spPr>
      <dsp:style>
        <a:lnRef idx="2">
          <a:schemeClr val="lt1"/>
        </a:lnRef>
        <a:fillRef idx="1">
          <a:schemeClr val="accent3"/>
        </a:fillRef>
        <a:effectRef idx="0">
          <a:scrgbClr r="0" g="0" b="0"/>
        </a:effectRef>
        <a:fontRef idx="minor">
          <a:schemeClr val="lt1"/>
        </a:fontRef>
      </dsp:style>
      <dsp:txXfrm>
        <a:off x="0" y="2711355"/>
        <a:ext cx="403625" cy="0"/>
      </dsp:txXfrm>
    </dsp:sp>
    <dsp:sp>
      <dsp:nvSpPr>
        <dsp:cNvPr id="13" name="矩形 12" hidden="1"/>
        <dsp:cNvSpPr/>
      </dsp:nvSpPr>
      <dsp:spPr bwMode="white">
        <a:xfrm>
          <a:off x="0" y="3843496"/>
          <a:ext cx="403625" cy="0"/>
        </a:xfrm>
        <a:prstGeom prst="rect">
          <a:avLst/>
        </a:prstGeom>
      </dsp:spPr>
      <dsp:style>
        <a:lnRef idx="2">
          <a:schemeClr val="lt1"/>
        </a:lnRef>
        <a:fillRef idx="1">
          <a:schemeClr val="accent4"/>
        </a:fillRef>
        <a:effectRef idx="0">
          <a:scrgbClr r="0" g="0" b="0"/>
        </a:effectRef>
        <a:fontRef idx="minor">
          <a:schemeClr val="lt1"/>
        </a:fontRef>
      </dsp:style>
      <dsp:txXfrm>
        <a:off x="0" y="3843496"/>
        <a:ext cx="403625" cy="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1" name="组合 0"/>
      <dsp:cNvGrpSpPr/>
    </dsp:nvGrpSpPr>
    <dsp:grpSpPr>
      <a:xfrm>
        <a:off x="0" y="0"/>
        <a:ext cx="8496944" cy="5000660"/>
        <a:chOff x="0" y="0"/>
        <a:chExt cx="8496944" cy="5000660"/>
      </a:xfrm>
    </dsp:grpSpPr>
    <dsp:sp>
      <dsp:nvSpPr>
        <dsp:cNvPr id="2" name="矩形 1"/>
        <dsp:cNvSpPr/>
      </dsp:nvSpPr>
      <dsp:spPr bwMode="white">
        <a:xfrm>
          <a:off x="0" y="368669"/>
          <a:ext cx="8496944" cy="452857"/>
        </a:xfrm>
        <a:prstGeom prst="rect">
          <a:avLst/>
        </a:prstGeom>
      </dsp:spPr>
      <dsp:style>
        <a:lnRef idx="2">
          <a:schemeClr val="accent1"/>
        </a:lnRef>
        <a:fillRef idx="1">
          <a:schemeClr val="lt1">
            <a:alpha val="90000"/>
          </a:schemeClr>
        </a:fillRef>
        <a:effectRef idx="0">
          <a:scrgbClr r="0" g="0" b="0"/>
        </a:effectRef>
        <a:fontRef idx="minor"/>
      </dsp:style>
      <dsp:txBody>
        <a:bodyPr/>
        <a:lstStyle>
          <a:lvl2pPr marL="285750" indent="-285750">
            <a:defRPr/>
          </a:lvl2pPr>
          <a:lvl3pPr marL="571500" indent="-285750">
            <a:defRPr/>
          </a:lvl3pPr>
          <a:lvl4pPr marL="857250" indent="-285750">
            <a:defRPr/>
          </a:lvl4pPr>
          <a:lvl5pPr marL="1143000" indent="-285750">
            <a:defRPr/>
          </a:lvl5pPr>
          <a:lvl6pPr marL="1428750" indent="-285750">
            <a:defRPr/>
          </a:lvl6pPr>
          <a:lvl7pPr marL="1714500" indent="-285750">
            <a:defRPr/>
          </a:lvl7pPr>
          <a:lvl8pPr marL="2000250" indent="-285750">
            <a:defRPr/>
          </a:lvl8pPr>
          <a:lvl9pPr marL="2286000" indent="-285750">
            <a:defRPr/>
          </a:lvl9pPr>
        </a:lstStyle>
        <a:p>
          <a:endParaRPr>
            <a:solidFill>
              <a:schemeClr val="dk1"/>
            </a:solidFill>
          </a:endParaRPr>
        </a:p>
      </dsp:txBody>
      <dsp:txXfrm>
        <a:off x="0" y="368669"/>
        <a:ext cx="8496944" cy="452857"/>
      </dsp:txXfrm>
    </dsp:sp>
    <dsp:sp>
      <dsp:nvSpPr>
        <dsp:cNvPr id="3" name="圆角矩形 2"/>
        <dsp:cNvSpPr/>
      </dsp:nvSpPr>
      <dsp:spPr bwMode="white">
        <a:xfrm>
          <a:off x="424847" y="103425"/>
          <a:ext cx="5947861" cy="530489"/>
        </a:xfrm>
        <a:prstGeom prst="roundRect">
          <a:avLst/>
        </a:prstGeom>
      </dsp:spPr>
      <dsp:style>
        <a:lnRef idx="2">
          <a:schemeClr val="lt1"/>
        </a:lnRef>
        <a:fillRef idx="1">
          <a:schemeClr val="accent1"/>
        </a:fillRef>
        <a:effectRef idx="0">
          <a:scrgbClr r="0" g="0" b="0"/>
        </a:effectRef>
        <a:fontRef idx="minor">
          <a:schemeClr val="lt1"/>
        </a:fontRef>
      </dsp:style>
      <dsp:txBody>
        <a:bodyPr lIns="224790" tIns="0" rIns="224790" bIns="0" anchor="ctr"/>
        <a:p>
          <a:pPr lvl="0" algn="l">
            <a:lnSpc>
              <a:spcPct val="90000"/>
            </a:lnSpc>
            <a:spcBef>
              <a:spcPct val="0"/>
            </a:spcBef>
            <a:spcAft>
              <a:spcPct val="35000"/>
            </a:spcAft>
          </a:pPr>
          <a:r>
            <a:rPr lang="zh-CN" sz="1500" dirty="0" smtClean="0"/>
            <a:t>提供产品生命周期管理模式，方便及时查找追溯产品相关信息，有效控制产品在开发、引进、成长、成熟、衰退阶段的质量和时效，大大提升研发管理的效率</a:t>
          </a:r>
          <a:endParaRPr lang="zh-CN" altLang="en-US" sz="1500" dirty="0">
            <a:solidFill>
              <a:schemeClr val="bg1"/>
            </a:solidFill>
            <a:latin typeface="宋体 (正文)"/>
            <a:ea typeface="+mn-ea"/>
          </a:endParaRPr>
        </a:p>
      </dsp:txBody>
      <dsp:txXfrm>
        <a:off x="424847" y="103425"/>
        <a:ext cx="5947861" cy="530489"/>
      </dsp:txXfrm>
    </dsp:sp>
    <dsp:sp>
      <dsp:nvSpPr>
        <dsp:cNvPr id="4" name="矩形 3"/>
        <dsp:cNvSpPr/>
      </dsp:nvSpPr>
      <dsp:spPr bwMode="white">
        <a:xfrm>
          <a:off x="0" y="1183811"/>
          <a:ext cx="8496944" cy="452857"/>
        </a:xfrm>
        <a:prstGeom prst="rect">
          <a:avLst/>
        </a:prstGeom>
      </dsp:spPr>
      <dsp:style>
        <a:lnRef idx="2">
          <a:schemeClr val="accent1"/>
        </a:lnRef>
        <a:fillRef idx="1">
          <a:schemeClr val="lt1">
            <a:alpha val="90000"/>
          </a:schemeClr>
        </a:fillRef>
        <a:effectRef idx="0">
          <a:scrgbClr r="0" g="0" b="0"/>
        </a:effectRef>
        <a:fontRef idx="minor"/>
      </dsp:style>
      <dsp:txBody>
        <a:bodyPr/>
        <a:lstStyle>
          <a:lvl2pPr marL="285750" indent="-285750">
            <a:defRPr/>
          </a:lvl2pPr>
          <a:lvl3pPr marL="571500" indent="-285750">
            <a:defRPr/>
          </a:lvl3pPr>
          <a:lvl4pPr marL="857250" indent="-285750">
            <a:defRPr/>
          </a:lvl4pPr>
          <a:lvl5pPr marL="1143000" indent="-285750">
            <a:defRPr/>
          </a:lvl5pPr>
          <a:lvl6pPr marL="1428750" indent="-285750">
            <a:defRPr/>
          </a:lvl6pPr>
          <a:lvl7pPr marL="1714500" indent="-285750">
            <a:defRPr/>
          </a:lvl7pPr>
          <a:lvl8pPr marL="2000250" indent="-285750">
            <a:defRPr/>
          </a:lvl8pPr>
          <a:lvl9pPr marL="2286000" indent="-285750">
            <a:defRPr/>
          </a:lvl9pPr>
        </a:lstStyle>
        <a:p>
          <a:endParaRPr>
            <a:solidFill>
              <a:schemeClr val="dk1"/>
            </a:solidFill>
          </a:endParaRPr>
        </a:p>
      </dsp:txBody>
      <dsp:txXfrm>
        <a:off x="0" y="1183811"/>
        <a:ext cx="8496944" cy="452857"/>
      </dsp:txXfrm>
    </dsp:sp>
    <dsp:sp>
      <dsp:nvSpPr>
        <dsp:cNvPr id="5" name="圆角矩形 4"/>
        <dsp:cNvSpPr/>
      </dsp:nvSpPr>
      <dsp:spPr bwMode="white">
        <a:xfrm>
          <a:off x="424847" y="918567"/>
          <a:ext cx="5947861" cy="530489"/>
        </a:xfrm>
        <a:prstGeom prst="roundRect">
          <a:avLst/>
        </a:prstGeom>
      </dsp:spPr>
      <dsp:style>
        <a:lnRef idx="2">
          <a:schemeClr val="lt1"/>
        </a:lnRef>
        <a:fillRef idx="1">
          <a:schemeClr val="accent1"/>
        </a:fillRef>
        <a:effectRef idx="0">
          <a:scrgbClr r="0" g="0" b="0"/>
        </a:effectRef>
        <a:fontRef idx="minor">
          <a:schemeClr val="lt1"/>
        </a:fontRef>
      </dsp:style>
      <dsp:txBody>
        <a:bodyPr lIns="224790" tIns="0" rIns="224790" bIns="0" anchor="ctr"/>
        <a:p>
          <a:pPr lvl="0" algn="l">
            <a:lnSpc>
              <a:spcPct val="90000"/>
            </a:lnSpc>
            <a:spcBef>
              <a:spcPct val="0"/>
            </a:spcBef>
            <a:spcAft>
              <a:spcPct val="35000"/>
            </a:spcAft>
          </a:pPr>
          <a:r>
            <a:rPr lang="zh-CN" sz="1500" dirty="0" smtClean="0">
              <a:latin typeface="+mn-ea"/>
              <a:ea typeface="+mn-ea"/>
            </a:rPr>
            <a:t>提供各种类型</a:t>
          </a:r>
          <a:r>
            <a:rPr lang="en-US" sz="1500" dirty="0" smtClean="0">
              <a:latin typeface="+mn-ea"/>
              <a:ea typeface="+mn-ea"/>
            </a:rPr>
            <a:t>BOM</a:t>
          </a:r>
          <a:r>
            <a:rPr lang="zh-CN" sz="1500" dirty="0" smtClean="0">
              <a:latin typeface="+mn-ea"/>
              <a:ea typeface="+mn-ea"/>
            </a:rPr>
            <a:t>搭建模型，支持</a:t>
          </a:r>
          <a:r>
            <a:rPr lang="en-US" sz="1500" dirty="0" smtClean="0">
              <a:latin typeface="+mn-ea"/>
              <a:ea typeface="+mn-ea"/>
            </a:rPr>
            <a:t>A</a:t>
          </a:r>
          <a:r>
            <a:rPr lang="zh-CN" sz="1500" dirty="0" smtClean="0">
              <a:latin typeface="+mn-ea"/>
              <a:ea typeface="+mn-ea"/>
            </a:rPr>
            <a:t>型、</a:t>
          </a:r>
          <a:r>
            <a:rPr lang="en-US" sz="1500" dirty="0" smtClean="0">
              <a:latin typeface="+mn-ea"/>
              <a:ea typeface="+mn-ea"/>
            </a:rPr>
            <a:t>V</a:t>
          </a:r>
          <a:r>
            <a:rPr lang="zh-CN" sz="1500" dirty="0" smtClean="0">
              <a:latin typeface="+mn-ea"/>
              <a:ea typeface="+mn-ea"/>
            </a:rPr>
            <a:t>型、</a:t>
          </a:r>
          <a:r>
            <a:rPr lang="en-US" sz="1500" dirty="0" smtClean="0">
              <a:latin typeface="+mn-ea"/>
              <a:ea typeface="+mn-ea"/>
            </a:rPr>
            <a:t>X</a:t>
          </a:r>
          <a:r>
            <a:rPr lang="zh-CN" sz="1500" dirty="0" smtClean="0">
              <a:latin typeface="+mn-ea"/>
              <a:ea typeface="+mn-ea"/>
            </a:rPr>
            <a:t>型、</a:t>
          </a:r>
          <a:r>
            <a:rPr lang="en-US" sz="1500" dirty="0" smtClean="0">
              <a:latin typeface="+mn-ea"/>
              <a:ea typeface="+mn-ea"/>
            </a:rPr>
            <a:t>Y</a:t>
          </a:r>
          <a:r>
            <a:rPr lang="zh-CN" sz="1500" dirty="0" smtClean="0">
              <a:latin typeface="+mn-ea"/>
              <a:ea typeface="+mn-ea"/>
            </a:rPr>
            <a:t>型的</a:t>
          </a:r>
          <a:r>
            <a:rPr lang="en-US" sz="1500" dirty="0" smtClean="0">
              <a:latin typeface="+mn-ea"/>
              <a:ea typeface="+mn-ea"/>
            </a:rPr>
            <a:t>BOM</a:t>
          </a:r>
          <a:r>
            <a:rPr lang="zh-CN" sz="1500" dirty="0" smtClean="0">
              <a:latin typeface="+mn-ea"/>
              <a:ea typeface="+mn-ea"/>
            </a:rPr>
            <a:t>，并能对</a:t>
          </a:r>
          <a:r>
            <a:rPr lang="en-US" sz="1500" dirty="0" smtClean="0">
              <a:latin typeface="+mn-ea"/>
              <a:ea typeface="+mn-ea"/>
            </a:rPr>
            <a:t>BOM</a:t>
          </a:r>
          <a:r>
            <a:rPr lang="zh-CN" sz="1500" dirty="0" smtClean="0">
              <a:latin typeface="+mn-ea"/>
              <a:ea typeface="+mn-ea"/>
            </a:rPr>
            <a:t>快速进行建立、复制、维护、变更、删除，有效满足不同行业、不同形态的产品结构需求</a:t>
          </a:r>
          <a:r>
            <a:rPr lang="en-US" sz="1500" dirty="0" smtClean="0">
              <a:latin typeface="+mn-ea"/>
              <a:ea typeface="+mn-ea"/>
            </a:rPr>
            <a:t>(</a:t>
          </a:r>
          <a:endParaRPr lang="zh-CN" altLang="en-US" sz="1500" dirty="0">
            <a:solidFill>
              <a:schemeClr val="bg1"/>
            </a:solidFill>
            <a:latin typeface="+mn-ea"/>
            <a:ea typeface="+mn-ea"/>
          </a:endParaRPr>
        </a:p>
      </dsp:txBody>
      <dsp:txXfrm>
        <a:off x="424847" y="918567"/>
        <a:ext cx="5947861" cy="530489"/>
      </dsp:txXfrm>
    </dsp:sp>
    <dsp:sp>
      <dsp:nvSpPr>
        <dsp:cNvPr id="6" name="矩形 5"/>
        <dsp:cNvSpPr/>
      </dsp:nvSpPr>
      <dsp:spPr bwMode="white">
        <a:xfrm>
          <a:off x="0" y="1998953"/>
          <a:ext cx="8496944" cy="452857"/>
        </a:xfrm>
        <a:prstGeom prst="rect">
          <a:avLst/>
        </a:prstGeom>
      </dsp:spPr>
      <dsp:style>
        <a:lnRef idx="2">
          <a:schemeClr val="accent1"/>
        </a:lnRef>
        <a:fillRef idx="1">
          <a:schemeClr val="lt1">
            <a:alpha val="90000"/>
          </a:schemeClr>
        </a:fillRef>
        <a:effectRef idx="0">
          <a:scrgbClr r="0" g="0" b="0"/>
        </a:effectRef>
        <a:fontRef idx="minor"/>
      </dsp:style>
      <dsp:txBody>
        <a:bodyPr/>
        <a:lstStyle>
          <a:lvl2pPr marL="285750" indent="-285750">
            <a:defRPr/>
          </a:lvl2pPr>
          <a:lvl3pPr marL="571500" indent="-285750">
            <a:defRPr/>
          </a:lvl3pPr>
          <a:lvl4pPr marL="857250" indent="-285750">
            <a:defRPr/>
          </a:lvl4pPr>
          <a:lvl5pPr marL="1143000" indent="-285750">
            <a:defRPr/>
          </a:lvl5pPr>
          <a:lvl6pPr marL="1428750" indent="-285750">
            <a:defRPr/>
          </a:lvl6pPr>
          <a:lvl7pPr marL="1714500" indent="-285750">
            <a:defRPr/>
          </a:lvl7pPr>
          <a:lvl8pPr marL="2000250" indent="-285750">
            <a:defRPr/>
          </a:lvl8pPr>
          <a:lvl9pPr marL="2286000" indent="-285750">
            <a:defRPr/>
          </a:lvl9pPr>
        </a:lstStyle>
        <a:p>
          <a:endParaRPr>
            <a:solidFill>
              <a:schemeClr val="dk1"/>
            </a:solidFill>
          </a:endParaRPr>
        </a:p>
      </dsp:txBody>
      <dsp:txXfrm>
        <a:off x="0" y="1998953"/>
        <a:ext cx="8496944" cy="452857"/>
      </dsp:txXfrm>
    </dsp:sp>
    <dsp:sp>
      <dsp:nvSpPr>
        <dsp:cNvPr id="7" name="圆角矩形 6"/>
        <dsp:cNvSpPr/>
      </dsp:nvSpPr>
      <dsp:spPr bwMode="white">
        <a:xfrm>
          <a:off x="424847" y="1733708"/>
          <a:ext cx="5947861" cy="530489"/>
        </a:xfrm>
        <a:prstGeom prst="roundRect">
          <a:avLst/>
        </a:prstGeom>
      </dsp:spPr>
      <dsp:style>
        <a:lnRef idx="2">
          <a:schemeClr val="lt1"/>
        </a:lnRef>
        <a:fillRef idx="1">
          <a:schemeClr val="accent1"/>
        </a:fillRef>
        <a:effectRef idx="0">
          <a:scrgbClr r="0" g="0" b="0"/>
        </a:effectRef>
        <a:fontRef idx="minor">
          <a:schemeClr val="lt1"/>
        </a:fontRef>
      </dsp:style>
      <dsp:txBody>
        <a:bodyPr lIns="224790" tIns="0" rIns="224790" bIns="0" anchor="ctr"/>
        <a:p>
          <a:pPr lvl="0" algn="l">
            <a:lnSpc>
              <a:spcPct val="90000"/>
            </a:lnSpc>
            <a:spcBef>
              <a:spcPct val="0"/>
            </a:spcBef>
            <a:spcAft>
              <a:spcPct val="35000"/>
            </a:spcAft>
          </a:pPr>
          <a:r>
            <a:rPr lang="zh-CN" sz="1500" dirty="0" smtClean="0">
              <a:latin typeface="+mn-ea"/>
              <a:ea typeface="+mn-ea"/>
            </a:rPr>
            <a:t>提供集团</a:t>
          </a:r>
          <a:r>
            <a:rPr lang="en-US" sz="1500" dirty="0" smtClean="0">
              <a:latin typeface="+mn-ea"/>
              <a:ea typeface="+mn-ea"/>
            </a:rPr>
            <a:t>BOM</a:t>
          </a:r>
          <a:r>
            <a:rPr lang="zh-CN" sz="1500" dirty="0" smtClean="0">
              <a:latin typeface="+mn-ea"/>
              <a:ea typeface="+mn-ea"/>
            </a:rPr>
            <a:t>的管理模式，统一建立并可依不同工厂需求设置转换其专属</a:t>
          </a:r>
          <a:r>
            <a:rPr lang="en-US" sz="1500" dirty="0" smtClean="0">
              <a:latin typeface="+mn-ea"/>
              <a:ea typeface="+mn-ea"/>
            </a:rPr>
            <a:t>BOM</a:t>
          </a:r>
          <a:r>
            <a:rPr lang="zh-CN" sz="1500" dirty="0" smtClean="0">
              <a:latin typeface="+mn-ea"/>
              <a:ea typeface="+mn-ea"/>
            </a:rPr>
            <a:t>，既能实现统一管理又能满足各工厂的个性需求，提升研发数据管理的规范性</a:t>
          </a:r>
          <a:endParaRPr lang="zh-CN" altLang="en-US" sz="1500" dirty="0">
            <a:solidFill>
              <a:schemeClr val="bg1"/>
            </a:solidFill>
            <a:latin typeface="+mn-ea"/>
            <a:ea typeface="+mn-ea"/>
          </a:endParaRPr>
        </a:p>
      </dsp:txBody>
      <dsp:txXfrm>
        <a:off x="424847" y="1733708"/>
        <a:ext cx="5947861" cy="530489"/>
      </dsp:txXfrm>
    </dsp:sp>
    <dsp:sp>
      <dsp:nvSpPr>
        <dsp:cNvPr id="8" name="矩形 7"/>
        <dsp:cNvSpPr/>
      </dsp:nvSpPr>
      <dsp:spPr bwMode="white">
        <a:xfrm>
          <a:off x="0" y="2814095"/>
          <a:ext cx="8496944" cy="452857"/>
        </a:xfrm>
        <a:prstGeom prst="rect">
          <a:avLst/>
        </a:prstGeom>
      </dsp:spPr>
      <dsp:style>
        <a:lnRef idx="2">
          <a:schemeClr val="accent1"/>
        </a:lnRef>
        <a:fillRef idx="1">
          <a:schemeClr val="lt1">
            <a:alpha val="90000"/>
          </a:schemeClr>
        </a:fillRef>
        <a:effectRef idx="0">
          <a:scrgbClr r="0" g="0" b="0"/>
        </a:effectRef>
        <a:fontRef idx="minor"/>
      </dsp:style>
      <dsp:txBody>
        <a:bodyPr/>
        <a:lstStyle>
          <a:lvl2pPr marL="285750" indent="-285750">
            <a:defRPr/>
          </a:lvl2pPr>
          <a:lvl3pPr marL="571500" indent="-285750">
            <a:defRPr/>
          </a:lvl3pPr>
          <a:lvl4pPr marL="857250" indent="-285750">
            <a:defRPr/>
          </a:lvl4pPr>
          <a:lvl5pPr marL="1143000" indent="-285750">
            <a:defRPr/>
          </a:lvl5pPr>
          <a:lvl6pPr marL="1428750" indent="-285750">
            <a:defRPr/>
          </a:lvl6pPr>
          <a:lvl7pPr marL="1714500" indent="-285750">
            <a:defRPr/>
          </a:lvl7pPr>
          <a:lvl8pPr marL="2000250" indent="-285750">
            <a:defRPr/>
          </a:lvl8pPr>
          <a:lvl9pPr marL="2286000" indent="-285750">
            <a:defRPr/>
          </a:lvl9pPr>
        </a:lstStyle>
        <a:p>
          <a:endParaRPr>
            <a:solidFill>
              <a:schemeClr val="dk1"/>
            </a:solidFill>
          </a:endParaRPr>
        </a:p>
      </dsp:txBody>
      <dsp:txXfrm>
        <a:off x="0" y="2814095"/>
        <a:ext cx="8496944" cy="452857"/>
      </dsp:txXfrm>
    </dsp:sp>
    <dsp:sp>
      <dsp:nvSpPr>
        <dsp:cNvPr id="9" name="圆角矩形 8"/>
        <dsp:cNvSpPr/>
      </dsp:nvSpPr>
      <dsp:spPr bwMode="white">
        <a:xfrm>
          <a:off x="424847" y="2548850"/>
          <a:ext cx="5947861" cy="530489"/>
        </a:xfrm>
        <a:prstGeom prst="roundRect">
          <a:avLst/>
        </a:prstGeom>
      </dsp:spPr>
      <dsp:style>
        <a:lnRef idx="2">
          <a:schemeClr val="lt1"/>
        </a:lnRef>
        <a:fillRef idx="1">
          <a:schemeClr val="accent1"/>
        </a:fillRef>
        <a:effectRef idx="0">
          <a:scrgbClr r="0" g="0" b="0"/>
        </a:effectRef>
        <a:fontRef idx="minor">
          <a:schemeClr val="lt1"/>
        </a:fontRef>
      </dsp:style>
      <dsp:txBody>
        <a:bodyPr lIns="224790" tIns="0" rIns="224790" bIns="0" anchor="ctr"/>
        <a:p>
          <a:pPr lvl="0" algn="l">
            <a:lnSpc>
              <a:spcPct val="90000"/>
            </a:lnSpc>
            <a:spcBef>
              <a:spcPct val="0"/>
            </a:spcBef>
            <a:spcAft>
              <a:spcPct val="35000"/>
            </a:spcAft>
          </a:pPr>
          <a:r>
            <a:rPr lang="zh-CN" sz="1500" dirty="0" smtClean="0">
              <a:latin typeface="+mn-ea"/>
              <a:ea typeface="+mn-ea"/>
            </a:rPr>
            <a:t>提供计划</a:t>
          </a:r>
          <a:r>
            <a:rPr lang="en-US" sz="1500" dirty="0" smtClean="0">
              <a:latin typeface="+mn-ea"/>
              <a:ea typeface="+mn-ea"/>
            </a:rPr>
            <a:t>BOM</a:t>
          </a:r>
          <a:r>
            <a:rPr lang="zh-CN" sz="1500" dirty="0" smtClean="0">
              <a:latin typeface="+mn-ea"/>
              <a:ea typeface="+mn-ea"/>
            </a:rPr>
            <a:t>功能</a:t>
          </a:r>
          <a:r>
            <a:rPr lang="en-US" sz="1500" dirty="0" smtClean="0">
              <a:latin typeface="+mn-ea"/>
              <a:ea typeface="+mn-ea"/>
            </a:rPr>
            <a:t>, </a:t>
          </a:r>
          <a:r>
            <a:rPr lang="zh-CN" sz="1500" dirty="0" smtClean="0">
              <a:latin typeface="+mn-ea"/>
              <a:ea typeface="+mn-ea"/>
            </a:rPr>
            <a:t>更贴合实务的预测方式，缩减最终产品之數目</a:t>
          </a:r>
          <a:r>
            <a:rPr lang="en-US" sz="1500" dirty="0" smtClean="0">
              <a:latin typeface="+mn-ea"/>
              <a:ea typeface="+mn-ea"/>
            </a:rPr>
            <a:t>,</a:t>
          </a:r>
          <a:r>
            <a:rPr lang="zh-CN" sz="1500" dirty="0" smtClean="0">
              <a:latin typeface="+mn-ea"/>
              <a:ea typeface="+mn-ea"/>
            </a:rPr>
            <a:t>并透过</a:t>
          </a:r>
          <a:r>
            <a:rPr lang="en-US" sz="1500" dirty="0" smtClean="0">
              <a:latin typeface="+mn-ea"/>
              <a:ea typeface="+mn-ea"/>
            </a:rPr>
            <a:t>HIT RATE</a:t>
          </a:r>
          <a:r>
            <a:rPr lang="zh-CN" sz="1500" dirty="0" smtClean="0">
              <a:latin typeface="+mn-ea"/>
              <a:ea typeface="+mn-ea"/>
            </a:rPr>
            <a:t>更方便准确提供企业进行计划性生产之规划</a:t>
          </a:r>
          <a:endParaRPr lang="zh-CN" altLang="en-US" sz="1500" dirty="0">
            <a:latin typeface="+mn-ea"/>
            <a:ea typeface="+mn-ea"/>
          </a:endParaRPr>
        </a:p>
      </dsp:txBody>
      <dsp:txXfrm>
        <a:off x="424847" y="2548850"/>
        <a:ext cx="5947861" cy="530489"/>
      </dsp:txXfrm>
    </dsp:sp>
    <dsp:sp>
      <dsp:nvSpPr>
        <dsp:cNvPr id="10" name="矩形 9"/>
        <dsp:cNvSpPr/>
      </dsp:nvSpPr>
      <dsp:spPr bwMode="white">
        <a:xfrm>
          <a:off x="0" y="3629237"/>
          <a:ext cx="8496944" cy="452857"/>
        </a:xfrm>
        <a:prstGeom prst="rect">
          <a:avLst/>
        </a:prstGeom>
      </dsp:spPr>
      <dsp:style>
        <a:lnRef idx="2">
          <a:schemeClr val="accent1"/>
        </a:lnRef>
        <a:fillRef idx="1">
          <a:schemeClr val="lt1">
            <a:alpha val="90000"/>
          </a:schemeClr>
        </a:fillRef>
        <a:effectRef idx="0">
          <a:scrgbClr r="0" g="0" b="0"/>
        </a:effectRef>
        <a:fontRef idx="minor"/>
      </dsp:style>
      <dsp:txBody>
        <a:bodyPr/>
        <a:lstStyle>
          <a:lvl2pPr marL="285750" indent="-285750">
            <a:defRPr/>
          </a:lvl2pPr>
          <a:lvl3pPr marL="571500" indent="-285750">
            <a:defRPr/>
          </a:lvl3pPr>
          <a:lvl4pPr marL="857250" indent="-285750">
            <a:defRPr/>
          </a:lvl4pPr>
          <a:lvl5pPr marL="1143000" indent="-285750">
            <a:defRPr/>
          </a:lvl5pPr>
          <a:lvl6pPr marL="1428750" indent="-285750">
            <a:defRPr/>
          </a:lvl6pPr>
          <a:lvl7pPr marL="1714500" indent="-285750">
            <a:defRPr/>
          </a:lvl7pPr>
          <a:lvl8pPr marL="2000250" indent="-285750">
            <a:defRPr/>
          </a:lvl8pPr>
          <a:lvl9pPr marL="2286000" indent="-285750">
            <a:defRPr/>
          </a:lvl9pPr>
        </a:lstStyle>
        <a:p>
          <a:endParaRPr>
            <a:solidFill>
              <a:schemeClr val="dk1"/>
            </a:solidFill>
          </a:endParaRPr>
        </a:p>
      </dsp:txBody>
      <dsp:txXfrm>
        <a:off x="0" y="3629237"/>
        <a:ext cx="8496944" cy="452857"/>
      </dsp:txXfrm>
    </dsp:sp>
    <dsp:sp>
      <dsp:nvSpPr>
        <dsp:cNvPr id="11" name="圆角矩形 10"/>
        <dsp:cNvSpPr/>
      </dsp:nvSpPr>
      <dsp:spPr bwMode="white">
        <a:xfrm>
          <a:off x="424847" y="3363992"/>
          <a:ext cx="5947861" cy="530489"/>
        </a:xfrm>
        <a:prstGeom prst="roundRect">
          <a:avLst/>
        </a:prstGeom>
      </dsp:spPr>
      <dsp:style>
        <a:lnRef idx="2">
          <a:schemeClr val="lt1"/>
        </a:lnRef>
        <a:fillRef idx="1">
          <a:schemeClr val="accent1"/>
        </a:fillRef>
        <a:effectRef idx="0">
          <a:scrgbClr r="0" g="0" b="0"/>
        </a:effectRef>
        <a:fontRef idx="minor">
          <a:schemeClr val="lt1"/>
        </a:fontRef>
      </dsp:style>
      <dsp:txBody>
        <a:bodyPr lIns="224790" tIns="0" rIns="224790" bIns="0" anchor="ctr"/>
        <a:p>
          <a:pPr lvl="0" algn="l">
            <a:lnSpc>
              <a:spcPct val="90000"/>
            </a:lnSpc>
            <a:spcBef>
              <a:spcPct val="0"/>
            </a:spcBef>
            <a:spcAft>
              <a:spcPct val="35000"/>
            </a:spcAft>
          </a:pPr>
          <a:r>
            <a:rPr lang="zh-CN" sz="1500" dirty="0" smtClean="0">
              <a:latin typeface="+mn-ea"/>
              <a:ea typeface="+mn-ea"/>
            </a:rPr>
            <a:t>提供强大的产品配置管理功能，满足配置套餐式或动态可配置式</a:t>
          </a:r>
          <a:r>
            <a:rPr lang="en-US" sz="1500" dirty="0" smtClean="0">
              <a:latin typeface="+mn-ea"/>
              <a:ea typeface="+mn-ea"/>
            </a:rPr>
            <a:t>BOM</a:t>
          </a:r>
          <a:r>
            <a:rPr lang="zh-CN" sz="1500" dirty="0" smtClean="0">
              <a:latin typeface="+mn-ea"/>
              <a:ea typeface="+mn-ea"/>
            </a:rPr>
            <a:t>，方便快速生成不同需求的</a:t>
          </a:r>
          <a:r>
            <a:rPr lang="en-US" sz="1500" dirty="0" smtClean="0">
              <a:latin typeface="+mn-ea"/>
              <a:ea typeface="+mn-ea"/>
            </a:rPr>
            <a:t>BOM</a:t>
          </a:r>
          <a:r>
            <a:rPr lang="zh-CN" sz="1500" dirty="0" smtClean="0">
              <a:latin typeface="+mn-ea"/>
              <a:ea typeface="+mn-ea"/>
            </a:rPr>
            <a:t>，方便研发产品数据的管理，加快产品的交付</a:t>
          </a:r>
          <a:endParaRPr lang="zh-CN" altLang="en-US" sz="1500" dirty="0">
            <a:latin typeface="+mn-ea"/>
            <a:ea typeface="+mn-ea"/>
          </a:endParaRPr>
        </a:p>
      </dsp:txBody>
      <dsp:txXfrm>
        <a:off x="424847" y="3363992"/>
        <a:ext cx="5947861" cy="530489"/>
      </dsp:txXfrm>
    </dsp:sp>
    <dsp:sp>
      <dsp:nvSpPr>
        <dsp:cNvPr id="12" name="矩形 11"/>
        <dsp:cNvSpPr/>
      </dsp:nvSpPr>
      <dsp:spPr bwMode="white">
        <a:xfrm>
          <a:off x="0" y="4444379"/>
          <a:ext cx="8496944" cy="452857"/>
        </a:xfrm>
        <a:prstGeom prst="rect">
          <a:avLst/>
        </a:prstGeom>
      </dsp:spPr>
      <dsp:style>
        <a:lnRef idx="2">
          <a:schemeClr val="accent1"/>
        </a:lnRef>
        <a:fillRef idx="1">
          <a:schemeClr val="lt1">
            <a:alpha val="90000"/>
          </a:schemeClr>
        </a:fillRef>
        <a:effectRef idx="0">
          <a:scrgbClr r="0" g="0" b="0"/>
        </a:effectRef>
        <a:fontRef idx="minor"/>
      </dsp:style>
      <dsp:txBody>
        <a:bodyPr/>
        <a:lstStyle>
          <a:lvl2pPr marL="285750" indent="-285750">
            <a:defRPr/>
          </a:lvl2pPr>
          <a:lvl3pPr marL="571500" indent="-285750">
            <a:defRPr/>
          </a:lvl3pPr>
          <a:lvl4pPr marL="857250" indent="-285750">
            <a:defRPr/>
          </a:lvl4pPr>
          <a:lvl5pPr marL="1143000" indent="-285750">
            <a:defRPr/>
          </a:lvl5pPr>
          <a:lvl6pPr marL="1428750" indent="-285750">
            <a:defRPr/>
          </a:lvl6pPr>
          <a:lvl7pPr marL="1714500" indent="-285750">
            <a:defRPr/>
          </a:lvl7pPr>
          <a:lvl8pPr marL="2000250" indent="-285750">
            <a:defRPr/>
          </a:lvl8pPr>
          <a:lvl9pPr marL="2286000" indent="-285750">
            <a:defRPr/>
          </a:lvl9pPr>
        </a:lstStyle>
        <a:p>
          <a:endParaRPr>
            <a:solidFill>
              <a:schemeClr val="dk1"/>
            </a:solidFill>
          </a:endParaRPr>
        </a:p>
      </dsp:txBody>
      <dsp:txXfrm>
        <a:off x="0" y="4444379"/>
        <a:ext cx="8496944" cy="452857"/>
      </dsp:txXfrm>
    </dsp:sp>
    <dsp:sp>
      <dsp:nvSpPr>
        <dsp:cNvPr id="13" name="圆角矩形 12"/>
        <dsp:cNvSpPr/>
      </dsp:nvSpPr>
      <dsp:spPr bwMode="white">
        <a:xfrm>
          <a:off x="424847" y="4179134"/>
          <a:ext cx="5947861" cy="530489"/>
        </a:xfrm>
        <a:prstGeom prst="roundRect">
          <a:avLst/>
        </a:prstGeom>
      </dsp:spPr>
      <dsp:style>
        <a:lnRef idx="2">
          <a:schemeClr val="lt1"/>
        </a:lnRef>
        <a:fillRef idx="1">
          <a:schemeClr val="accent1"/>
        </a:fillRef>
        <a:effectRef idx="0">
          <a:scrgbClr r="0" g="0" b="0"/>
        </a:effectRef>
        <a:fontRef idx="minor">
          <a:schemeClr val="lt1"/>
        </a:fontRef>
      </dsp:style>
      <dsp:txBody>
        <a:bodyPr lIns="224790" tIns="0" rIns="224790" bIns="0" anchor="ctr"/>
        <a:p>
          <a:pPr lvl="0" algn="l">
            <a:lnSpc>
              <a:spcPct val="90000"/>
            </a:lnSpc>
            <a:spcBef>
              <a:spcPct val="0"/>
            </a:spcBef>
            <a:spcAft>
              <a:spcPct val="35000"/>
            </a:spcAft>
          </a:pPr>
          <a:r>
            <a:rPr lang="zh-CN" sz="1500" dirty="0" smtClean="0"/>
            <a:t>提供灵活的取替代料管理模式（新旧、主副、通用、 专用、顺序、用完再替、择期替代、群组替代），从计划到现场全程考虑取替代信息</a:t>
          </a:r>
          <a:r>
            <a:rPr lang="zh-CN" altLang="en-US" sz="1500" dirty="0" smtClean="0"/>
            <a:t>，</a:t>
          </a:r>
          <a:r>
            <a:rPr lang="zh-CN" sz="1500" dirty="0" smtClean="0"/>
            <a:t>加快库存周转，有效避免呆滞</a:t>
          </a:r>
          <a:endParaRPr lang="zh-CN" altLang="en-US" sz="1500" dirty="0">
            <a:latin typeface="+mn-ea"/>
            <a:ea typeface="+mn-ea"/>
          </a:endParaRPr>
        </a:p>
      </dsp:txBody>
      <dsp:txXfrm>
        <a:off x="424847" y="4179134"/>
        <a:ext cx="5947861" cy="530489"/>
      </dsp:txXfrm>
    </dsp:sp>
    <dsp:sp>
      <dsp:nvSpPr>
        <dsp:cNvPr id="14" name="矩形 13" hidden="1"/>
        <dsp:cNvSpPr/>
      </dsp:nvSpPr>
      <dsp:spPr bwMode="white">
        <a:xfrm>
          <a:off x="0" y="368669"/>
          <a:ext cx="424847" cy="0"/>
        </a:xfrm>
        <a:prstGeom prst="rect">
          <a:avLst/>
        </a:prstGeom>
      </dsp:spPr>
      <dsp:style>
        <a:lnRef idx="2">
          <a:schemeClr val="lt1"/>
        </a:lnRef>
        <a:fillRef idx="1">
          <a:schemeClr val="accent1"/>
        </a:fillRef>
        <a:effectRef idx="0">
          <a:scrgbClr r="0" g="0" b="0"/>
        </a:effectRef>
        <a:fontRef idx="minor">
          <a:schemeClr val="lt1"/>
        </a:fontRef>
      </dsp:style>
      <dsp:txXfrm>
        <a:off x="0" y="368669"/>
        <a:ext cx="424847" cy="0"/>
      </dsp:txXfrm>
    </dsp:sp>
    <dsp:sp>
      <dsp:nvSpPr>
        <dsp:cNvPr id="15" name="矩形 14" hidden="1"/>
        <dsp:cNvSpPr/>
      </dsp:nvSpPr>
      <dsp:spPr bwMode="white">
        <a:xfrm>
          <a:off x="0" y="1183811"/>
          <a:ext cx="424847" cy="0"/>
        </a:xfrm>
        <a:prstGeom prst="rect">
          <a:avLst/>
        </a:prstGeom>
      </dsp:spPr>
      <dsp:style>
        <a:lnRef idx="2">
          <a:schemeClr val="lt1"/>
        </a:lnRef>
        <a:fillRef idx="1">
          <a:schemeClr val="accent1"/>
        </a:fillRef>
        <a:effectRef idx="0">
          <a:scrgbClr r="0" g="0" b="0"/>
        </a:effectRef>
        <a:fontRef idx="minor">
          <a:schemeClr val="lt1"/>
        </a:fontRef>
      </dsp:style>
      <dsp:txXfrm>
        <a:off x="0" y="1183811"/>
        <a:ext cx="424847" cy="0"/>
      </dsp:txXfrm>
    </dsp:sp>
    <dsp:sp>
      <dsp:nvSpPr>
        <dsp:cNvPr id="16" name="矩形 15" hidden="1"/>
        <dsp:cNvSpPr/>
      </dsp:nvSpPr>
      <dsp:spPr bwMode="white">
        <a:xfrm>
          <a:off x="0" y="1998953"/>
          <a:ext cx="424847" cy="0"/>
        </a:xfrm>
        <a:prstGeom prst="rect">
          <a:avLst/>
        </a:prstGeom>
      </dsp:spPr>
      <dsp:style>
        <a:lnRef idx="2">
          <a:schemeClr val="lt1"/>
        </a:lnRef>
        <a:fillRef idx="1">
          <a:schemeClr val="accent1"/>
        </a:fillRef>
        <a:effectRef idx="0">
          <a:scrgbClr r="0" g="0" b="0"/>
        </a:effectRef>
        <a:fontRef idx="minor">
          <a:schemeClr val="lt1"/>
        </a:fontRef>
      </dsp:style>
      <dsp:txXfrm>
        <a:off x="0" y="1998953"/>
        <a:ext cx="424847" cy="0"/>
      </dsp:txXfrm>
    </dsp:sp>
    <dsp:sp>
      <dsp:nvSpPr>
        <dsp:cNvPr id="17" name="矩形 16" hidden="1"/>
        <dsp:cNvSpPr/>
      </dsp:nvSpPr>
      <dsp:spPr bwMode="white">
        <a:xfrm>
          <a:off x="0" y="2814095"/>
          <a:ext cx="424847" cy="0"/>
        </a:xfrm>
        <a:prstGeom prst="rect">
          <a:avLst/>
        </a:prstGeom>
      </dsp:spPr>
      <dsp:style>
        <a:lnRef idx="2">
          <a:schemeClr val="lt1"/>
        </a:lnRef>
        <a:fillRef idx="1">
          <a:schemeClr val="accent1"/>
        </a:fillRef>
        <a:effectRef idx="0">
          <a:scrgbClr r="0" g="0" b="0"/>
        </a:effectRef>
        <a:fontRef idx="minor">
          <a:schemeClr val="lt1"/>
        </a:fontRef>
      </dsp:style>
      <dsp:txXfrm>
        <a:off x="0" y="2814095"/>
        <a:ext cx="424847" cy="0"/>
      </dsp:txXfrm>
    </dsp:sp>
    <dsp:sp>
      <dsp:nvSpPr>
        <dsp:cNvPr id="18" name="矩形 17" hidden="1"/>
        <dsp:cNvSpPr/>
      </dsp:nvSpPr>
      <dsp:spPr bwMode="white">
        <a:xfrm>
          <a:off x="0" y="3629237"/>
          <a:ext cx="424847" cy="0"/>
        </a:xfrm>
        <a:prstGeom prst="rect">
          <a:avLst/>
        </a:prstGeom>
      </dsp:spPr>
      <dsp:style>
        <a:lnRef idx="2">
          <a:schemeClr val="lt1"/>
        </a:lnRef>
        <a:fillRef idx="1">
          <a:schemeClr val="accent1"/>
        </a:fillRef>
        <a:effectRef idx="0">
          <a:scrgbClr r="0" g="0" b="0"/>
        </a:effectRef>
        <a:fontRef idx="minor">
          <a:schemeClr val="lt1"/>
        </a:fontRef>
      </dsp:style>
      <dsp:txXfrm>
        <a:off x="0" y="3629237"/>
        <a:ext cx="424847" cy="0"/>
      </dsp:txXfrm>
    </dsp:sp>
    <dsp:sp>
      <dsp:nvSpPr>
        <dsp:cNvPr id="19" name="矩形 18" hidden="1"/>
        <dsp:cNvSpPr/>
      </dsp:nvSpPr>
      <dsp:spPr bwMode="white">
        <a:xfrm>
          <a:off x="0" y="4444379"/>
          <a:ext cx="424847" cy="0"/>
        </a:xfrm>
        <a:prstGeom prst="rect">
          <a:avLst/>
        </a:prstGeom>
      </dsp:spPr>
      <dsp:style>
        <a:lnRef idx="2">
          <a:schemeClr val="lt1"/>
        </a:lnRef>
        <a:fillRef idx="1">
          <a:schemeClr val="accent1"/>
        </a:fillRef>
        <a:effectRef idx="0">
          <a:scrgbClr r="0" g="0" b="0"/>
        </a:effectRef>
        <a:fontRef idx="minor">
          <a:schemeClr val="lt1"/>
        </a:fontRef>
      </dsp:style>
      <dsp:txXfrm>
        <a:off x="0" y="4444379"/>
        <a:ext cx="424847" cy="0"/>
      </dsp:txXfrm>
    </dsp:sp>
  </dsp:spTree>
</dsp:drawing>
</file>

<file path=ppt/diagrams/layout1.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2">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lstStyle>
            <a:lvl1pPr>
              <a:defRPr sz="1200">
                <a:latin typeface="Arial" pitchFamily="34" charset="0"/>
                <a:ea typeface="新細明體" pitchFamily="18" charset="-120"/>
              </a:defRPr>
            </a:lvl1pPr>
          </a:lstStyle>
          <a:p>
            <a:pPr>
              <a:defRPr/>
            </a:pPr>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lstStyle>
            <a:lvl1pPr algn="r">
              <a:defRPr sz="1200">
                <a:latin typeface="Arial" pitchFamily="34" charset="0"/>
                <a:ea typeface="新細明體" pitchFamily="18" charset="-120"/>
              </a:defRPr>
            </a:lvl1pPr>
          </a:lstStyle>
          <a:p>
            <a:pPr>
              <a:defRPr/>
            </a:pPr>
            <a:fld id="{EEFEF2AC-E44E-4557-8649-9BF01CEAB05F}" type="datetimeFigureOut">
              <a:rPr lang="zh-TW" altLang="en-US"/>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lstStyle>
            <a:lvl1pPr>
              <a:defRPr sz="1200">
                <a:latin typeface="Arial" pitchFamily="34" charset="0"/>
                <a:ea typeface="新細明體" pitchFamily="18" charset="-120"/>
              </a:defRPr>
            </a:lvl1pPr>
          </a:lstStyle>
          <a:p>
            <a:pPr>
              <a:defRPr/>
            </a:pPr>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Arial" pitchFamily="34" charset="0"/>
                <a:ea typeface="新細明體" pitchFamily="18" charset="-120"/>
              </a:defRPr>
            </a:lvl1pPr>
          </a:lstStyle>
          <a:p>
            <a:pPr>
              <a:defRPr/>
            </a:pPr>
            <a:fld id="{D4F59413-558F-4ACE-99CE-015BC850076D}" type="slidenum">
              <a:rPr lang="zh-TW" altLang="en-US"/>
            </a:fld>
            <a:endParaRPr lang="zh-TW"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lstStyle>
            <a:lvl1pPr>
              <a:defRPr sz="1200">
                <a:latin typeface="Arial" pitchFamily="34" charset="0"/>
                <a:ea typeface="新細明體" pitchFamily="18" charset="-120"/>
              </a:defRPr>
            </a:lvl1pPr>
          </a:lstStyle>
          <a:p>
            <a:pPr>
              <a:defRPr/>
            </a:pPr>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lstStyle>
            <a:lvl1pPr algn="r">
              <a:defRPr sz="1200">
                <a:latin typeface="Arial" pitchFamily="34" charset="0"/>
                <a:ea typeface="新細明體" pitchFamily="18" charset="-120"/>
              </a:defRPr>
            </a:lvl1pPr>
          </a:lstStyle>
          <a:p>
            <a:pPr>
              <a:defRPr/>
            </a:pPr>
            <a:fld id="{F7221331-78A8-49D9-807D-27510B78FE31}" type="datetimeFigureOut">
              <a:rPr lang="zh-TW" altLang="en-US"/>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TW" altLang="en-US" noProof="0" smtClean="0"/>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normAutofit/>
          </a:bodyPr>
          <a:lstStyle/>
          <a:p>
            <a:pPr lvl="0"/>
            <a:r>
              <a:rPr lang="zh-CN" altLang="en-US" noProof="0" smtClean="0"/>
              <a:t>单击以编辑母片文字样式</a:t>
            </a:r>
            <a:endParaRPr lang="zh-TW" altLang="en-US" noProof="0" smtClean="0"/>
          </a:p>
          <a:p>
            <a:pPr lvl="1"/>
            <a:r>
              <a:rPr lang="zh-TW" altLang="en-US" noProof="0" smtClean="0"/>
              <a:t>第二层</a:t>
            </a:r>
            <a:endParaRPr lang="zh-TW" altLang="en-US" noProof="0" smtClean="0"/>
          </a:p>
          <a:p>
            <a:pPr lvl="2"/>
            <a:r>
              <a:rPr lang="zh-TW" altLang="en-US" noProof="0" smtClean="0"/>
              <a:t>第三层</a:t>
            </a:r>
            <a:endParaRPr lang="zh-TW" altLang="en-US" noProof="0" smtClean="0"/>
          </a:p>
          <a:p>
            <a:pPr lvl="3"/>
            <a:r>
              <a:rPr lang="zh-TW" altLang="en-US" noProof="0" smtClean="0"/>
              <a:t>第四层</a:t>
            </a:r>
            <a:endParaRPr lang="zh-TW" altLang="en-US" noProof="0" smtClean="0"/>
          </a:p>
          <a:p>
            <a:pPr lvl="4"/>
            <a:r>
              <a:rPr lang="zh-TW" altLang="en-US" noProof="0" smtClean="0"/>
              <a:t>第五层</a:t>
            </a:r>
            <a:endParaRPr lang="zh-TW" altLang="en-US" noProof="0" smtClean="0"/>
          </a:p>
        </p:txBody>
      </p:sp>
      <p:sp>
        <p:nvSpPr>
          <p:cNvPr id="6" name="頁尾版面配置區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lstStyle>
            <a:lvl1pPr>
              <a:defRPr sz="1200">
                <a:latin typeface="Arial" pitchFamily="34" charset="0"/>
                <a:ea typeface="新細明體" pitchFamily="18" charset="-120"/>
              </a:defRPr>
            </a:lvl1pPr>
          </a:lstStyle>
          <a:p>
            <a:pPr>
              <a:defRPr/>
            </a:pPr>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Arial" pitchFamily="34" charset="0"/>
                <a:ea typeface="新細明體" pitchFamily="18" charset="-120"/>
              </a:defRPr>
            </a:lvl1pPr>
          </a:lstStyle>
          <a:p>
            <a:pPr>
              <a:defRPr/>
            </a:pPr>
            <a:fld id="{CC6EF3E9-9ED5-470C-B92F-B09A7DFC66C3}" type="slidenum">
              <a:rPr lang="zh-TW" altLang="en-US"/>
            </a:fld>
            <a:endParaRPr lang="zh-TW"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新細明體" pitchFamily="18" charset="-120"/>
        <a:cs typeface="+mn-cs"/>
      </a:defRPr>
    </a:lvl1pPr>
    <a:lvl2pPr marL="457200" algn="l" rtl="0" eaLnBrk="0" fontAlgn="base" hangingPunct="0">
      <a:spcBef>
        <a:spcPct val="30000"/>
      </a:spcBef>
      <a:spcAft>
        <a:spcPct val="0"/>
      </a:spcAft>
      <a:defRPr sz="1200" kern="1200">
        <a:solidFill>
          <a:schemeClr val="tx1"/>
        </a:solidFill>
        <a:latin typeface="+mn-lt"/>
        <a:ea typeface="新細明體" pitchFamily="18" charset="-120"/>
        <a:cs typeface="+mn-cs"/>
      </a:defRPr>
    </a:lvl2pPr>
    <a:lvl3pPr marL="914400" algn="l" rtl="0" eaLnBrk="0" fontAlgn="base" hangingPunct="0">
      <a:spcBef>
        <a:spcPct val="30000"/>
      </a:spcBef>
      <a:spcAft>
        <a:spcPct val="0"/>
      </a:spcAft>
      <a:defRPr sz="1200" kern="1200">
        <a:solidFill>
          <a:schemeClr val="tx1"/>
        </a:solidFill>
        <a:latin typeface="+mn-lt"/>
        <a:ea typeface="新細明體" pitchFamily="18" charset="-120"/>
        <a:cs typeface="+mn-cs"/>
      </a:defRPr>
    </a:lvl3pPr>
    <a:lvl4pPr marL="1371600" algn="l" rtl="0" eaLnBrk="0" fontAlgn="base" hangingPunct="0">
      <a:spcBef>
        <a:spcPct val="30000"/>
      </a:spcBef>
      <a:spcAft>
        <a:spcPct val="0"/>
      </a:spcAft>
      <a:defRPr sz="1200" kern="1200">
        <a:solidFill>
          <a:schemeClr val="tx1"/>
        </a:solidFill>
        <a:latin typeface="+mn-lt"/>
        <a:ea typeface="新細明體" pitchFamily="18" charset="-120"/>
        <a:cs typeface="+mn-cs"/>
      </a:defRPr>
    </a:lvl4pPr>
    <a:lvl5pPr marL="1828800" algn="l" rtl="0" eaLnBrk="0" fontAlgn="base" hangingPunct="0">
      <a:spcBef>
        <a:spcPct val="30000"/>
      </a:spcBef>
      <a:spcAft>
        <a:spcPct val="0"/>
      </a:spcAft>
      <a:defRPr sz="1200" kern="1200">
        <a:solidFill>
          <a:schemeClr val="tx1"/>
        </a:solidFill>
        <a:latin typeface="+mn-lt"/>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投影片圖像版面配置區 1"/>
          <p:cNvSpPr>
            <a:spLocks noGrp="1" noRot="1" noChangeAspect="1" noTextEdit="1"/>
          </p:cNvSpPr>
          <p:nvPr>
            <p:ph type="sldImg"/>
          </p:nvPr>
        </p:nvSpPr>
        <p:spPr bwMode="auto">
          <a:noFill/>
          <a:ln>
            <a:solidFill>
              <a:srgbClr val="000000"/>
            </a:solidFill>
            <a:miter lim="800000"/>
          </a:ln>
        </p:spPr>
      </p:sp>
      <p:sp>
        <p:nvSpPr>
          <p:cNvPr id="73731"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73732" name="投影片編號版面配置區 3"/>
          <p:cNvSpPr>
            <a:spLocks noGrp="1"/>
          </p:cNvSpPr>
          <p:nvPr>
            <p:ph type="sldNum" sz="quarter" idx="5"/>
          </p:nvPr>
        </p:nvSpPr>
        <p:spPr bwMode="auto">
          <a:noFill/>
          <a:ln>
            <a:miter lim="800000"/>
          </a:ln>
        </p:spPr>
        <p:txBody>
          <a:bodyPr/>
          <a:lstStyle/>
          <a:p>
            <a:fld id="{ADB34BD2-6DBC-4FC4-A3E1-E50FEC95EE75}"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投影片圖像版面配置區 1"/>
          <p:cNvSpPr>
            <a:spLocks noGrp="1" noRot="1" noChangeAspect="1" noTextEdit="1"/>
          </p:cNvSpPr>
          <p:nvPr>
            <p:ph type="sldImg"/>
          </p:nvPr>
        </p:nvSpPr>
        <p:spPr bwMode="auto">
          <a:noFill/>
          <a:ln>
            <a:solidFill>
              <a:srgbClr val="000000"/>
            </a:solidFill>
            <a:miter lim="800000"/>
          </a:ln>
        </p:spPr>
      </p:sp>
      <p:sp>
        <p:nvSpPr>
          <p:cNvPr id="74755"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74756" name="投影片編號版面配置區 3"/>
          <p:cNvSpPr>
            <a:spLocks noGrp="1"/>
          </p:cNvSpPr>
          <p:nvPr>
            <p:ph type="sldNum" sz="quarter" idx="5"/>
          </p:nvPr>
        </p:nvSpPr>
        <p:spPr bwMode="auto">
          <a:noFill/>
          <a:ln>
            <a:miter lim="800000"/>
          </a:ln>
        </p:spPr>
        <p:txBody>
          <a:bodyPr/>
          <a:lstStyle/>
          <a:p>
            <a:fld id="{4D07B68E-EFC2-4AAB-95AF-BC09A7F25233}"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投影片圖像版面配置區 1"/>
          <p:cNvSpPr>
            <a:spLocks noGrp="1" noRot="1" noChangeAspect="1" noTextEdit="1"/>
          </p:cNvSpPr>
          <p:nvPr>
            <p:ph type="sldImg"/>
          </p:nvPr>
        </p:nvSpPr>
        <p:spPr bwMode="auto">
          <a:noFill/>
          <a:ln>
            <a:solidFill>
              <a:srgbClr val="000000"/>
            </a:solidFill>
            <a:miter lim="800000"/>
          </a:ln>
        </p:spPr>
      </p:sp>
      <p:sp>
        <p:nvSpPr>
          <p:cNvPr id="75779"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75780" name="投影片編號版面配置區 3"/>
          <p:cNvSpPr>
            <a:spLocks noGrp="1"/>
          </p:cNvSpPr>
          <p:nvPr>
            <p:ph type="sldNum" sz="quarter" idx="5"/>
          </p:nvPr>
        </p:nvSpPr>
        <p:spPr bwMode="auto">
          <a:noFill/>
          <a:ln>
            <a:miter lim="800000"/>
          </a:ln>
        </p:spPr>
        <p:txBody>
          <a:bodyPr/>
          <a:lstStyle/>
          <a:p>
            <a:fld id="{0101DE70-3D30-4A3E-A861-BB0375BCDB03}"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投影片圖像版面配置區 1"/>
          <p:cNvSpPr>
            <a:spLocks noGrp="1" noRot="1" noChangeAspect="1" noTextEdit="1"/>
          </p:cNvSpPr>
          <p:nvPr>
            <p:ph type="sldImg"/>
          </p:nvPr>
        </p:nvSpPr>
        <p:spPr bwMode="auto">
          <a:noFill/>
          <a:ln>
            <a:solidFill>
              <a:srgbClr val="000000"/>
            </a:solidFill>
            <a:miter lim="800000"/>
          </a:ln>
        </p:spPr>
      </p:sp>
      <p:sp>
        <p:nvSpPr>
          <p:cNvPr id="77827"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77828" name="投影片編號版面配置區 3"/>
          <p:cNvSpPr>
            <a:spLocks noGrp="1"/>
          </p:cNvSpPr>
          <p:nvPr>
            <p:ph type="sldNum" sz="quarter" idx="5"/>
          </p:nvPr>
        </p:nvSpPr>
        <p:spPr bwMode="auto">
          <a:noFill/>
          <a:ln>
            <a:miter lim="800000"/>
          </a:ln>
        </p:spPr>
        <p:txBody>
          <a:bodyPr/>
          <a:lstStyle/>
          <a:p>
            <a:fld id="{59AFEEB2-C0BD-44C6-A8F8-2D6EB8462F6F}"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投影片圖像版面配置區 1"/>
          <p:cNvSpPr>
            <a:spLocks noGrp="1" noRot="1" noChangeAspect="1" noTextEdit="1"/>
          </p:cNvSpPr>
          <p:nvPr>
            <p:ph type="sldImg"/>
          </p:nvPr>
        </p:nvSpPr>
        <p:spPr bwMode="auto">
          <a:noFill/>
          <a:ln>
            <a:solidFill>
              <a:srgbClr val="000000"/>
            </a:solidFill>
            <a:miter lim="800000"/>
          </a:ln>
        </p:spPr>
      </p:sp>
      <p:sp>
        <p:nvSpPr>
          <p:cNvPr id="79875"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79876" name="投影片編號版面配置區 3"/>
          <p:cNvSpPr>
            <a:spLocks noGrp="1"/>
          </p:cNvSpPr>
          <p:nvPr>
            <p:ph type="sldNum" sz="quarter" idx="5"/>
          </p:nvPr>
        </p:nvSpPr>
        <p:spPr bwMode="auto">
          <a:noFill/>
          <a:ln>
            <a:miter lim="800000"/>
          </a:ln>
        </p:spPr>
        <p:txBody>
          <a:bodyPr/>
          <a:lstStyle/>
          <a:p>
            <a:fld id="{1113EB6E-1899-40FD-A47A-87F6F74829F4}"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投影片圖像版面配置區 1"/>
          <p:cNvSpPr>
            <a:spLocks noGrp="1" noRot="1" noChangeAspect="1" noTextEdit="1"/>
          </p:cNvSpPr>
          <p:nvPr>
            <p:ph type="sldImg"/>
          </p:nvPr>
        </p:nvSpPr>
        <p:spPr bwMode="auto">
          <a:noFill/>
          <a:ln>
            <a:solidFill>
              <a:srgbClr val="000000"/>
            </a:solidFill>
            <a:miter lim="800000"/>
          </a:ln>
        </p:spPr>
      </p:sp>
      <p:sp>
        <p:nvSpPr>
          <p:cNvPr id="81923" name="備忘稿版面配置區 2"/>
          <p:cNvSpPr>
            <a:spLocks noGrp="1"/>
          </p:cNvSpPr>
          <p:nvPr>
            <p:ph type="body" idx="1"/>
          </p:nvPr>
        </p:nvSpPr>
        <p:spPr bwMode="auto">
          <a:noFill/>
        </p:spPr>
        <p:txBody>
          <a:bodyPr/>
          <a:lstStyle/>
          <a:p>
            <a:pPr eaLnBrk="1" hangingPunct="1">
              <a:spcBef>
                <a:spcPct val="0"/>
              </a:spcBef>
            </a:pPr>
            <a:r>
              <a:rPr lang="en-US" altLang="zh-TW" dirty="0" smtClean="0"/>
              <a:t>1.</a:t>
            </a:r>
            <a:r>
              <a:rPr lang="zh-CN" altLang="en-US" dirty="0" smtClean="0"/>
              <a:t>工单</a:t>
            </a:r>
            <a:endParaRPr lang="en-US" altLang="zh-CN" dirty="0" smtClean="0"/>
          </a:p>
          <a:p>
            <a:pPr eaLnBrk="1" hangingPunct="1">
              <a:spcBef>
                <a:spcPct val="0"/>
              </a:spcBef>
            </a:pPr>
            <a:r>
              <a:rPr lang="en-US" altLang="zh-CN" dirty="0" smtClean="0"/>
              <a:t>  </a:t>
            </a:r>
            <a:r>
              <a:rPr lang="zh-CN" altLang="en-US" dirty="0" smtClean="0"/>
              <a:t>工单：展料、重计单身；工单变更单：展料、重计单身；领料申请、领料：取替代料；入库申请、入库：拆机工单入库</a:t>
            </a:r>
            <a:endParaRPr lang="en-US" altLang="zh-CN" dirty="0" smtClean="0"/>
          </a:p>
          <a:p>
            <a:pPr eaLnBrk="1" hangingPunct="1">
              <a:spcBef>
                <a:spcPct val="0"/>
              </a:spcBef>
            </a:pPr>
            <a:r>
              <a:rPr lang="en-US" altLang="zh-TW" dirty="0" smtClean="0"/>
              <a:t>2</a:t>
            </a:r>
            <a:r>
              <a:rPr lang="en-US" altLang="zh-CN" dirty="0" smtClean="0"/>
              <a:t>.</a:t>
            </a:r>
            <a:r>
              <a:rPr lang="zh-CN" altLang="en-US" dirty="0" smtClean="0"/>
              <a:t>销售</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defRPr/>
            </a:pPr>
            <a:r>
              <a:rPr lang="en-US" altLang="zh-TW" dirty="0" smtClean="0"/>
              <a:t>  </a:t>
            </a:r>
            <a:r>
              <a:rPr lang="zh-CN" altLang="en-US" dirty="0" smtClean="0"/>
              <a:t>销售订单：品号</a:t>
            </a:r>
            <a:r>
              <a:rPr lang="en-US" altLang="zh-CN" dirty="0" smtClean="0"/>
              <a:t>F4</a:t>
            </a:r>
            <a:r>
              <a:rPr lang="zh-CN" altLang="en-US" dirty="0" smtClean="0"/>
              <a:t>配置模拟产生客户</a:t>
            </a:r>
            <a:r>
              <a:rPr lang="en-US" altLang="zh-CN" dirty="0" err="1" smtClean="0"/>
              <a:t>bom</a:t>
            </a:r>
            <a:r>
              <a:rPr lang="zh-CN" altLang="en-US" dirty="0" smtClean="0"/>
              <a:t>；销货单：</a:t>
            </a:r>
            <a:r>
              <a:rPr lang="zh-CN" altLang="en-US" baseline="0" dirty="0" smtClean="0"/>
              <a:t>整套组件展开（暂不提供）；</a:t>
            </a:r>
            <a:endParaRPr lang="en-US" altLang="zh-CN" dirty="0" smtClean="0"/>
          </a:p>
          <a:p>
            <a:pPr eaLnBrk="1" hangingPunct="1">
              <a:spcBef>
                <a:spcPct val="0"/>
              </a:spcBef>
            </a:pPr>
            <a:r>
              <a:rPr lang="en-US" altLang="zh-TW" dirty="0" smtClean="0"/>
              <a:t>3</a:t>
            </a:r>
            <a:r>
              <a:rPr lang="en-US" altLang="zh-CN" dirty="0" smtClean="0"/>
              <a:t>.</a:t>
            </a:r>
            <a:r>
              <a:rPr lang="zh-CN" altLang="en-US" dirty="0" smtClean="0"/>
              <a:t>存货</a:t>
            </a:r>
            <a:endParaRPr lang="en-US" altLang="zh-CN" dirty="0" smtClean="0"/>
          </a:p>
          <a:p>
            <a:pPr eaLnBrk="1" hangingPunct="1">
              <a:spcBef>
                <a:spcPct val="0"/>
              </a:spcBef>
            </a:pPr>
            <a:r>
              <a:rPr lang="en-US" altLang="zh-TW" baseline="0" dirty="0" smtClean="0"/>
              <a:t>  </a:t>
            </a:r>
            <a:r>
              <a:rPr lang="zh-CN" altLang="en-US" baseline="0" dirty="0" smtClean="0"/>
              <a:t>品号：构成</a:t>
            </a:r>
            <a:r>
              <a:rPr lang="en-US" altLang="zh-CN" baseline="0" dirty="0" err="1" smtClean="0"/>
              <a:t>bom</a:t>
            </a:r>
            <a:r>
              <a:rPr lang="zh-CN" altLang="en-US" baseline="0" dirty="0" smtClean="0"/>
              <a:t>、设定是否多产出；</a:t>
            </a:r>
            <a:endParaRPr lang="en-US" altLang="zh-CN" baseline="0" dirty="0" smtClean="0"/>
          </a:p>
          <a:p>
            <a:pPr eaLnBrk="1" hangingPunct="1">
              <a:spcBef>
                <a:spcPct val="0"/>
              </a:spcBef>
            </a:pPr>
            <a:r>
              <a:rPr lang="en-US" altLang="zh-TW" baseline="0" dirty="0" smtClean="0"/>
              <a:t>4</a:t>
            </a:r>
            <a:r>
              <a:rPr lang="en-US" altLang="zh-CN" baseline="0" dirty="0" smtClean="0"/>
              <a:t>.</a:t>
            </a:r>
            <a:r>
              <a:rPr lang="zh-CN" altLang="en-US" baseline="0" dirty="0" smtClean="0"/>
              <a:t>计划</a:t>
            </a:r>
            <a:endParaRPr lang="en-US" altLang="zh-CN" baseline="0" dirty="0" smtClean="0"/>
          </a:p>
          <a:p>
            <a:pPr eaLnBrk="1" hangingPunct="1">
              <a:spcBef>
                <a:spcPct val="0"/>
              </a:spcBef>
            </a:pPr>
            <a:r>
              <a:rPr lang="en-US" altLang="zh-TW" baseline="0" dirty="0" smtClean="0"/>
              <a:t>  MPS</a:t>
            </a:r>
            <a:r>
              <a:rPr lang="zh-CN" altLang="en-US" baseline="0" dirty="0" smtClean="0"/>
              <a:t>、</a:t>
            </a:r>
            <a:r>
              <a:rPr lang="en-US" altLang="zh-CN" baseline="0" dirty="0" smtClean="0"/>
              <a:t>MRP</a:t>
            </a:r>
            <a:r>
              <a:rPr lang="zh-CN" altLang="en-US" baseline="0" dirty="0" smtClean="0"/>
              <a:t>：根据</a:t>
            </a:r>
            <a:r>
              <a:rPr lang="en-US" altLang="zh-CN" baseline="0" dirty="0" err="1" smtClean="0"/>
              <a:t>bom</a:t>
            </a:r>
            <a:r>
              <a:rPr lang="zh-CN" altLang="en-US" baseline="0" dirty="0" smtClean="0"/>
              <a:t>产生主生产计划、物料需求计划</a:t>
            </a:r>
            <a:endParaRPr lang="en-US" altLang="zh-CN" baseline="0" dirty="0" smtClean="0"/>
          </a:p>
          <a:p>
            <a:pPr eaLnBrk="1" hangingPunct="1">
              <a:spcBef>
                <a:spcPct val="0"/>
              </a:spcBef>
            </a:pPr>
            <a:r>
              <a:rPr lang="en-US" altLang="zh-TW" baseline="0" dirty="0" smtClean="0"/>
              <a:t>5</a:t>
            </a:r>
            <a:r>
              <a:rPr lang="en-US" altLang="zh-CN" baseline="0" dirty="0" smtClean="0"/>
              <a:t>.</a:t>
            </a:r>
            <a:r>
              <a:rPr lang="zh-CN" altLang="en-US" baseline="0" dirty="0" smtClean="0"/>
              <a:t>采购</a:t>
            </a:r>
            <a:endParaRPr lang="en-US" altLang="zh-CN" baseline="0" dirty="0" smtClean="0"/>
          </a:p>
          <a:p>
            <a:pPr eaLnBrk="1" hangingPunct="1">
              <a:spcBef>
                <a:spcPct val="0"/>
              </a:spcBef>
            </a:pPr>
            <a:r>
              <a:rPr lang="en-US" altLang="zh-TW" baseline="0" dirty="0" smtClean="0"/>
              <a:t>  </a:t>
            </a:r>
            <a:r>
              <a:rPr lang="zh-CN" altLang="en-US" baseline="0" dirty="0" smtClean="0"/>
              <a:t>请购：</a:t>
            </a:r>
            <a:r>
              <a:rPr lang="en-US" altLang="zh-CN" baseline="0" dirty="0" smtClean="0"/>
              <a:t>BOM</a:t>
            </a:r>
            <a:r>
              <a:rPr lang="zh-CN" altLang="en-US" baseline="0" dirty="0" smtClean="0"/>
              <a:t>转请购；采购单：整套组件展开（暂不提供）、料件认可信息；采购变更：料件认可；到货单：料件认可；入库单：无</a:t>
            </a:r>
            <a:endParaRPr lang="zh-TW" altLang="en-US" dirty="0" smtClean="0"/>
          </a:p>
        </p:txBody>
      </p:sp>
      <p:sp>
        <p:nvSpPr>
          <p:cNvPr id="81924" name="投影片編號版面配置區 3"/>
          <p:cNvSpPr>
            <a:spLocks noGrp="1"/>
          </p:cNvSpPr>
          <p:nvPr>
            <p:ph type="sldNum" sz="quarter" idx="5"/>
          </p:nvPr>
        </p:nvSpPr>
        <p:spPr bwMode="auto">
          <a:noFill/>
          <a:ln>
            <a:miter lim="800000"/>
          </a:ln>
        </p:spPr>
        <p:txBody>
          <a:bodyPr/>
          <a:lstStyle/>
          <a:p>
            <a:fld id="{3BC94F08-D8F0-4A59-94B8-5768ACC36B59}"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投影片圖像版面配置區 1"/>
          <p:cNvSpPr>
            <a:spLocks noGrp="1" noRot="1" noChangeAspect="1" noTextEdit="1"/>
          </p:cNvSpPr>
          <p:nvPr>
            <p:ph type="sldImg"/>
          </p:nvPr>
        </p:nvSpPr>
        <p:spPr bwMode="auto">
          <a:noFill/>
          <a:ln>
            <a:solidFill>
              <a:srgbClr val="000000"/>
            </a:solidFill>
            <a:miter lim="800000"/>
          </a:ln>
        </p:spPr>
      </p:sp>
      <p:sp>
        <p:nvSpPr>
          <p:cNvPr id="83971"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83972" name="投影片編號版面配置區 3"/>
          <p:cNvSpPr>
            <a:spLocks noGrp="1"/>
          </p:cNvSpPr>
          <p:nvPr>
            <p:ph type="sldNum" sz="quarter" idx="5"/>
          </p:nvPr>
        </p:nvSpPr>
        <p:spPr bwMode="auto">
          <a:noFill/>
          <a:ln>
            <a:miter lim="800000"/>
          </a:ln>
        </p:spPr>
        <p:txBody>
          <a:bodyPr/>
          <a:lstStyle/>
          <a:p>
            <a:fld id="{E234F47F-D48F-421B-9623-8D7DBFA57FB6}"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B0EA6BE-3096-43ED-B357-5D9A6C076AB4}" type="slidenum">
              <a:rPr lang="zh-TW" altLang="en-US" smtClean="0"/>
            </a:fld>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投影片圖像版面配置區 1"/>
          <p:cNvSpPr>
            <a:spLocks noGrp="1" noRot="1" noChangeAspect="1" noTextEdit="1"/>
          </p:cNvSpPr>
          <p:nvPr>
            <p:ph type="sldImg"/>
          </p:nvPr>
        </p:nvSpPr>
        <p:spPr bwMode="auto">
          <a:noFill/>
          <a:ln>
            <a:solidFill>
              <a:srgbClr val="000000"/>
            </a:solidFill>
            <a:miter lim="800000"/>
          </a:ln>
        </p:spPr>
      </p:sp>
      <p:sp>
        <p:nvSpPr>
          <p:cNvPr id="84995"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84996" name="投影片編號版面配置區 3"/>
          <p:cNvSpPr>
            <a:spLocks noGrp="1"/>
          </p:cNvSpPr>
          <p:nvPr>
            <p:ph type="sldNum" sz="quarter" idx="5"/>
          </p:nvPr>
        </p:nvSpPr>
        <p:spPr bwMode="auto">
          <a:noFill/>
          <a:ln>
            <a:miter lim="800000"/>
          </a:ln>
        </p:spPr>
        <p:txBody>
          <a:bodyPr/>
          <a:lstStyle/>
          <a:p>
            <a:fld id="{103E8056-1A9B-4DCE-9CBB-9026DD202298}"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投影片圖像版面配置區 1"/>
          <p:cNvSpPr>
            <a:spLocks noGrp="1" noRot="1" noChangeAspect="1" noTextEdit="1"/>
          </p:cNvSpPr>
          <p:nvPr>
            <p:ph type="sldImg"/>
          </p:nvPr>
        </p:nvSpPr>
        <p:spPr bwMode="auto">
          <a:noFill/>
          <a:ln>
            <a:solidFill>
              <a:srgbClr val="000000"/>
            </a:solidFill>
            <a:miter lim="800000"/>
          </a:ln>
        </p:spPr>
      </p:sp>
      <p:sp>
        <p:nvSpPr>
          <p:cNvPr id="86019"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86020" name="投影片編號版面配置區 3"/>
          <p:cNvSpPr>
            <a:spLocks noGrp="1"/>
          </p:cNvSpPr>
          <p:nvPr>
            <p:ph type="sldNum" sz="quarter" idx="5"/>
          </p:nvPr>
        </p:nvSpPr>
        <p:spPr bwMode="auto">
          <a:noFill/>
          <a:ln>
            <a:miter lim="800000"/>
          </a:ln>
        </p:spPr>
        <p:txBody>
          <a:bodyPr/>
          <a:lstStyle/>
          <a:p>
            <a:fld id="{4BCD01AB-3647-435C-B7B7-E461CD62D8D9}"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投影片圖像版面配置區 1"/>
          <p:cNvSpPr>
            <a:spLocks noGrp="1" noRot="1" noChangeAspect="1" noTextEdit="1"/>
          </p:cNvSpPr>
          <p:nvPr>
            <p:ph type="sldImg"/>
          </p:nvPr>
        </p:nvSpPr>
        <p:spPr bwMode="auto">
          <a:noFill/>
          <a:ln>
            <a:solidFill>
              <a:srgbClr val="000000"/>
            </a:solidFill>
            <a:miter lim="800000"/>
          </a:ln>
        </p:spPr>
      </p:sp>
      <p:sp>
        <p:nvSpPr>
          <p:cNvPr id="88067"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88068" name="投影片編號版面配置區 3"/>
          <p:cNvSpPr>
            <a:spLocks noGrp="1"/>
          </p:cNvSpPr>
          <p:nvPr>
            <p:ph type="sldNum" sz="quarter" idx="5"/>
          </p:nvPr>
        </p:nvSpPr>
        <p:spPr bwMode="auto">
          <a:noFill/>
          <a:ln>
            <a:miter lim="800000"/>
          </a:ln>
        </p:spPr>
        <p:txBody>
          <a:bodyPr/>
          <a:lstStyle/>
          <a:p>
            <a:fld id="{64AB92D1-282F-4132-B950-3E59B293A7B5}"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投影片圖像版面配置區 1"/>
          <p:cNvSpPr>
            <a:spLocks noGrp="1" noRot="1" noChangeAspect="1" noTextEdit="1"/>
          </p:cNvSpPr>
          <p:nvPr>
            <p:ph type="sldImg"/>
          </p:nvPr>
        </p:nvSpPr>
        <p:spPr bwMode="auto">
          <a:noFill/>
          <a:ln>
            <a:solidFill>
              <a:srgbClr val="000000"/>
            </a:solidFill>
            <a:miter lim="800000"/>
          </a:ln>
        </p:spPr>
      </p:sp>
      <p:sp>
        <p:nvSpPr>
          <p:cNvPr id="90115"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90116" name="投影片編號版面配置區 3"/>
          <p:cNvSpPr>
            <a:spLocks noGrp="1"/>
          </p:cNvSpPr>
          <p:nvPr>
            <p:ph type="sldNum" sz="quarter" idx="5"/>
          </p:nvPr>
        </p:nvSpPr>
        <p:spPr bwMode="auto">
          <a:noFill/>
          <a:ln>
            <a:miter lim="800000"/>
          </a:ln>
        </p:spPr>
        <p:txBody>
          <a:bodyPr/>
          <a:lstStyle/>
          <a:p>
            <a:fld id="{44E4B75E-1B79-4B24-ABDF-363722A6BE60}"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投影片圖像版面配置區 1"/>
          <p:cNvSpPr>
            <a:spLocks noGrp="1" noRot="1" noChangeAspect="1" noTextEdit="1"/>
          </p:cNvSpPr>
          <p:nvPr>
            <p:ph type="sldImg"/>
          </p:nvPr>
        </p:nvSpPr>
        <p:spPr bwMode="auto">
          <a:noFill/>
          <a:ln>
            <a:solidFill>
              <a:srgbClr val="000000"/>
            </a:solidFill>
            <a:miter lim="800000"/>
          </a:ln>
        </p:spPr>
      </p:sp>
      <p:sp>
        <p:nvSpPr>
          <p:cNvPr id="92163"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92164" name="投影片編號版面配置區 3"/>
          <p:cNvSpPr>
            <a:spLocks noGrp="1"/>
          </p:cNvSpPr>
          <p:nvPr>
            <p:ph type="sldNum" sz="quarter" idx="5"/>
          </p:nvPr>
        </p:nvSpPr>
        <p:spPr bwMode="auto">
          <a:noFill/>
          <a:ln>
            <a:miter lim="800000"/>
          </a:ln>
        </p:spPr>
        <p:txBody>
          <a:bodyPr/>
          <a:lstStyle/>
          <a:p>
            <a:fld id="{1EC28420-745F-40EC-8256-EA403F21C5C1}"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投影片圖像版面配置區 1"/>
          <p:cNvSpPr>
            <a:spLocks noGrp="1" noRot="1" noChangeAspect="1" noTextEdit="1"/>
          </p:cNvSpPr>
          <p:nvPr>
            <p:ph type="sldImg"/>
          </p:nvPr>
        </p:nvSpPr>
        <p:spPr bwMode="auto">
          <a:noFill/>
          <a:ln>
            <a:solidFill>
              <a:srgbClr val="000000"/>
            </a:solidFill>
            <a:miter lim="800000"/>
          </a:ln>
        </p:spPr>
      </p:sp>
      <p:sp>
        <p:nvSpPr>
          <p:cNvPr id="93187"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93188" name="投影片編號版面配置區 3"/>
          <p:cNvSpPr>
            <a:spLocks noGrp="1"/>
          </p:cNvSpPr>
          <p:nvPr>
            <p:ph type="sldNum" sz="quarter" idx="5"/>
          </p:nvPr>
        </p:nvSpPr>
        <p:spPr bwMode="auto">
          <a:noFill/>
          <a:ln>
            <a:miter lim="800000"/>
          </a:ln>
        </p:spPr>
        <p:txBody>
          <a:bodyPr/>
          <a:lstStyle/>
          <a:p>
            <a:fld id="{9B80AF6C-8CBA-467C-A91A-3A744070F955}"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投影片圖像版面配置區 1"/>
          <p:cNvSpPr>
            <a:spLocks noGrp="1" noRot="1" noChangeAspect="1" noTextEdit="1"/>
          </p:cNvSpPr>
          <p:nvPr>
            <p:ph type="sldImg"/>
          </p:nvPr>
        </p:nvSpPr>
        <p:spPr bwMode="auto">
          <a:noFill/>
          <a:ln>
            <a:solidFill>
              <a:srgbClr val="000000"/>
            </a:solidFill>
            <a:miter lim="800000"/>
          </a:ln>
        </p:spPr>
      </p:sp>
      <p:sp>
        <p:nvSpPr>
          <p:cNvPr id="27651" name="備忘稿版面配置區 2"/>
          <p:cNvSpPr>
            <a:spLocks noGrp="1"/>
          </p:cNvSpPr>
          <p:nvPr>
            <p:ph type="body" idx="1"/>
          </p:nvPr>
        </p:nvSpPr>
        <p:spPr bwMode="auto">
          <a:noFill/>
        </p:spPr>
        <p:txBody>
          <a:bodyPr/>
          <a:lstStyle/>
          <a:p>
            <a:endParaRPr lang="zh-TW" altLang="en-US" smtClean="0">
              <a:ea typeface="新細明體" charset="-120"/>
            </a:endParaRPr>
          </a:p>
        </p:txBody>
      </p:sp>
      <p:sp>
        <p:nvSpPr>
          <p:cNvPr id="27652" name="投影片編號版面配置區 3"/>
          <p:cNvSpPr>
            <a:spLocks noGrp="1"/>
          </p:cNvSpPr>
          <p:nvPr>
            <p:ph type="sldNum" sz="quarter" idx="5"/>
          </p:nvPr>
        </p:nvSpPr>
        <p:spPr bwMode="auto">
          <a:noFill/>
          <a:ln>
            <a:miter lim="800000"/>
          </a:ln>
        </p:spPr>
        <p:txBody>
          <a:bodyPr/>
          <a:lstStyle/>
          <a:p>
            <a:fld id="{8FA62FE1-8415-406B-9F0D-ABC21BA71335}" type="slidenum">
              <a:rPr lang="zh-TW" altLang="en-US" smtClean="0">
                <a:latin typeface="Arial" charset="0"/>
                <a:ea typeface="新細明體" charset="-120"/>
              </a:rPr>
            </a:fld>
            <a:endParaRPr lang="zh-TW" altLang="en-US" smtClean="0">
              <a:latin typeface="Arial" charset="0"/>
              <a:ea typeface="新細明體" charset="-12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投影片圖像版面配置區 1"/>
          <p:cNvSpPr>
            <a:spLocks noGrp="1" noRot="1" noChangeAspect="1" noTextEdit="1"/>
          </p:cNvSpPr>
          <p:nvPr>
            <p:ph type="sldImg"/>
          </p:nvPr>
        </p:nvSpPr>
        <p:spPr bwMode="auto">
          <a:noFill/>
          <a:ln>
            <a:solidFill>
              <a:srgbClr val="000000"/>
            </a:solidFill>
            <a:miter lim="800000"/>
          </a:ln>
        </p:spPr>
      </p:sp>
      <p:sp>
        <p:nvSpPr>
          <p:cNvPr id="27651" name="備忘稿版面配置區 2"/>
          <p:cNvSpPr>
            <a:spLocks noGrp="1"/>
          </p:cNvSpPr>
          <p:nvPr>
            <p:ph type="body" idx="1"/>
          </p:nvPr>
        </p:nvSpPr>
        <p:spPr bwMode="auto">
          <a:noFill/>
        </p:spPr>
        <p:txBody>
          <a:bodyPr/>
          <a:lstStyle/>
          <a:p>
            <a:endParaRPr lang="zh-TW" altLang="en-US" smtClean="0">
              <a:ea typeface="新細明體" charset="-120"/>
            </a:endParaRPr>
          </a:p>
        </p:txBody>
      </p:sp>
      <p:sp>
        <p:nvSpPr>
          <p:cNvPr id="27652" name="投影片編號版面配置區 3"/>
          <p:cNvSpPr>
            <a:spLocks noGrp="1"/>
          </p:cNvSpPr>
          <p:nvPr>
            <p:ph type="sldNum" sz="quarter" idx="5"/>
          </p:nvPr>
        </p:nvSpPr>
        <p:spPr bwMode="auto">
          <a:noFill/>
          <a:ln>
            <a:miter lim="800000"/>
          </a:ln>
        </p:spPr>
        <p:txBody>
          <a:bodyPr/>
          <a:lstStyle/>
          <a:p>
            <a:fld id="{8FA62FE1-8415-406B-9F0D-ABC21BA71335}" type="slidenum">
              <a:rPr lang="zh-TW" altLang="en-US" smtClean="0">
                <a:latin typeface="Arial" charset="0"/>
                <a:ea typeface="新細明體" charset="-120"/>
              </a:rPr>
            </a:fld>
            <a:endParaRPr lang="zh-TW" altLang="en-US" smtClean="0">
              <a:latin typeface="Arial" charset="0"/>
              <a:ea typeface="新細明體" charset="-12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lnSpcReduction="10000"/>
          </a:bodyPr>
          <a:lstStyle/>
          <a:p>
            <a:r>
              <a:rPr lang="zh-CN" altLang="en-US" dirty="0" smtClean="0"/>
              <a:t>从订单切入点的角度看</a:t>
            </a:r>
            <a:r>
              <a:rPr lang="en-US" altLang="zh-CN" dirty="0" smtClean="0"/>
              <a:t>,</a:t>
            </a:r>
            <a:r>
              <a:rPr lang="zh-CN" altLang="en-US" dirty="0" smtClean="0"/>
              <a:t>企业的制造模式有</a:t>
            </a:r>
            <a:r>
              <a:rPr lang="en-US" altLang="zh-CN" dirty="0" smtClean="0"/>
              <a:t>:</a:t>
            </a:r>
            <a:endParaRPr lang="en-US" altLang="zh-CN" dirty="0" smtClean="0"/>
          </a:p>
          <a:p>
            <a:pPr lvl="1" eaLnBrk="0" hangingPunct="0">
              <a:lnSpc>
                <a:spcPct val="120000"/>
              </a:lnSpc>
            </a:pPr>
            <a:r>
              <a:rPr lang="zh-CN" altLang="en-US" sz="2000" dirty="0" smtClean="0">
                <a:solidFill>
                  <a:schemeClr val="accent2"/>
                </a:solidFill>
              </a:rPr>
              <a:t>按分销生产（</a:t>
            </a:r>
            <a:r>
              <a:rPr lang="en-US" altLang="zh-CN" sz="2000" dirty="0" smtClean="0">
                <a:solidFill>
                  <a:schemeClr val="accent2"/>
                </a:solidFill>
              </a:rPr>
              <a:t>Make To Distribution</a:t>
            </a:r>
            <a:r>
              <a:rPr lang="zh-CN" altLang="en-US" sz="2000" dirty="0" smtClean="0">
                <a:solidFill>
                  <a:schemeClr val="accent2"/>
                </a:solidFill>
              </a:rPr>
              <a:t>）</a:t>
            </a:r>
            <a:endParaRPr lang="zh-CN" altLang="en-US" sz="2000" dirty="0" smtClean="0">
              <a:solidFill>
                <a:schemeClr val="accent2"/>
              </a:solidFill>
            </a:endParaRPr>
          </a:p>
          <a:p>
            <a:pPr lvl="1" eaLnBrk="0" hangingPunct="0">
              <a:lnSpc>
                <a:spcPct val="120000"/>
              </a:lnSpc>
            </a:pPr>
            <a:r>
              <a:rPr lang="zh-CN" altLang="en-US" sz="2000" dirty="0" smtClean="0">
                <a:solidFill>
                  <a:schemeClr val="accent2"/>
                </a:solidFill>
              </a:rPr>
              <a:t>按库存生产（</a:t>
            </a:r>
            <a:r>
              <a:rPr lang="en-US" altLang="zh-CN" sz="2000" dirty="0" smtClean="0">
                <a:solidFill>
                  <a:schemeClr val="accent2"/>
                </a:solidFill>
              </a:rPr>
              <a:t>Make To Stock</a:t>
            </a:r>
            <a:r>
              <a:rPr lang="zh-CN" altLang="en-US" sz="2000" dirty="0" smtClean="0">
                <a:solidFill>
                  <a:schemeClr val="accent2"/>
                </a:solidFill>
              </a:rPr>
              <a:t>）</a:t>
            </a:r>
            <a:endParaRPr lang="zh-CN" altLang="en-US" sz="2000" dirty="0" smtClean="0">
              <a:solidFill>
                <a:schemeClr val="accent2"/>
              </a:solidFill>
            </a:endParaRPr>
          </a:p>
          <a:p>
            <a:pPr lvl="1" eaLnBrk="0" hangingPunct="0">
              <a:lnSpc>
                <a:spcPct val="120000"/>
              </a:lnSpc>
            </a:pPr>
            <a:r>
              <a:rPr lang="zh-CN" altLang="en-US" sz="2000" dirty="0" smtClean="0">
                <a:solidFill>
                  <a:schemeClr val="accent2"/>
                </a:solidFill>
              </a:rPr>
              <a:t>接单组装（</a:t>
            </a:r>
            <a:r>
              <a:rPr lang="en-US" altLang="zh-CN" sz="2000" dirty="0" smtClean="0">
                <a:solidFill>
                  <a:schemeClr val="accent2"/>
                </a:solidFill>
              </a:rPr>
              <a:t>Assemble To Order</a:t>
            </a:r>
            <a:r>
              <a:rPr lang="zh-CN" altLang="en-US" sz="2000" dirty="0" smtClean="0">
                <a:solidFill>
                  <a:schemeClr val="accent2"/>
                </a:solidFill>
              </a:rPr>
              <a:t>）</a:t>
            </a:r>
            <a:endParaRPr lang="zh-CN" altLang="en-US" sz="2000" dirty="0" smtClean="0">
              <a:solidFill>
                <a:schemeClr val="accent2"/>
              </a:solidFill>
            </a:endParaRPr>
          </a:p>
          <a:p>
            <a:pPr lvl="1" eaLnBrk="0" hangingPunct="0">
              <a:lnSpc>
                <a:spcPct val="120000"/>
              </a:lnSpc>
            </a:pPr>
            <a:r>
              <a:rPr lang="zh-CN" altLang="en-US" sz="2000" dirty="0" smtClean="0">
                <a:solidFill>
                  <a:schemeClr val="accent2"/>
                </a:solidFill>
              </a:rPr>
              <a:t>接单制造（</a:t>
            </a:r>
            <a:r>
              <a:rPr lang="en-US" altLang="zh-CN" sz="2000" dirty="0" smtClean="0">
                <a:solidFill>
                  <a:schemeClr val="accent2"/>
                </a:solidFill>
              </a:rPr>
              <a:t>Make To Order</a:t>
            </a:r>
            <a:r>
              <a:rPr lang="zh-CN" altLang="en-US" sz="2000" dirty="0" smtClean="0">
                <a:solidFill>
                  <a:schemeClr val="accent2"/>
                </a:solidFill>
              </a:rPr>
              <a:t>）</a:t>
            </a:r>
            <a:endParaRPr lang="zh-CN" altLang="en-US" sz="2000" dirty="0" smtClean="0">
              <a:solidFill>
                <a:schemeClr val="accent2"/>
              </a:solidFill>
            </a:endParaRPr>
          </a:p>
          <a:p>
            <a:pPr lvl="1" eaLnBrk="0" hangingPunct="0">
              <a:lnSpc>
                <a:spcPct val="120000"/>
              </a:lnSpc>
            </a:pPr>
            <a:r>
              <a:rPr lang="zh-CN" altLang="en-US" sz="2000" dirty="0" smtClean="0">
                <a:solidFill>
                  <a:schemeClr val="accent2"/>
                </a:solidFill>
              </a:rPr>
              <a:t>接单设计（</a:t>
            </a:r>
            <a:r>
              <a:rPr lang="en-US" altLang="zh-CN" sz="2000" dirty="0" smtClean="0">
                <a:solidFill>
                  <a:schemeClr val="accent2"/>
                </a:solidFill>
              </a:rPr>
              <a:t>Engineering To Order</a:t>
            </a:r>
            <a:r>
              <a:rPr lang="zh-CN" altLang="en-US" sz="2000" dirty="0" smtClean="0">
                <a:solidFill>
                  <a:schemeClr val="accent2"/>
                </a:solidFill>
              </a:rPr>
              <a:t>）</a:t>
            </a:r>
            <a:endParaRPr lang="en-US" altLang="zh-CN" sz="2000" dirty="0" smtClean="0">
              <a:solidFill>
                <a:schemeClr val="accent2"/>
              </a:solidFill>
            </a:endParaRPr>
          </a:p>
          <a:p>
            <a:pPr marL="457200" marR="0" lvl="1" indent="0" algn="l" defTabSz="914400" rtl="0" eaLnBrk="0" fontAlgn="base" latinLnBrk="0" hangingPunct="0">
              <a:lnSpc>
                <a:spcPct val="120000"/>
              </a:lnSpc>
              <a:spcBef>
                <a:spcPct val="30000"/>
              </a:spcBef>
              <a:spcAft>
                <a:spcPct val="0"/>
              </a:spcAft>
              <a:buClrTx/>
              <a:buSzTx/>
              <a:buFontTx/>
              <a:buNone/>
              <a:defRPr/>
            </a:pPr>
            <a:r>
              <a:rPr lang="en-US" altLang="zh-CN" sz="2000" dirty="0" err="1" smtClean="0">
                <a:solidFill>
                  <a:srgbClr val="FF0000"/>
                </a:solidFill>
              </a:rPr>
              <a:t>Configurate</a:t>
            </a:r>
            <a:r>
              <a:rPr lang="en-US" altLang="zh-CN" sz="2000" dirty="0" smtClean="0">
                <a:solidFill>
                  <a:srgbClr val="FF0000"/>
                </a:solidFill>
              </a:rPr>
              <a:t> To Order</a:t>
            </a:r>
            <a:endParaRPr lang="en-US" altLang="zh-CN" sz="2000" dirty="0" smtClean="0">
              <a:solidFill>
                <a:srgbClr val="FF0000"/>
              </a:solidFill>
            </a:endParaRPr>
          </a:p>
          <a:p>
            <a:pPr lvl="1" eaLnBrk="0" hangingPunct="0">
              <a:lnSpc>
                <a:spcPct val="120000"/>
              </a:lnSpc>
            </a:pPr>
            <a:endParaRPr lang="en-US" altLang="zh-CN" sz="2000" dirty="0" smtClean="0">
              <a:solidFill>
                <a:schemeClr val="accent2"/>
              </a:solidFill>
            </a:endParaRPr>
          </a:p>
          <a:p>
            <a:pPr lvl="1" eaLnBrk="0" hangingPunct="0">
              <a:lnSpc>
                <a:spcPct val="120000"/>
              </a:lnSpc>
            </a:pPr>
            <a:r>
              <a:rPr lang="zh-CN" altLang="en-US" sz="2000" dirty="0" smtClean="0">
                <a:solidFill>
                  <a:schemeClr val="accent2"/>
                </a:solidFill>
              </a:rPr>
              <a:t>供应链属性</a:t>
            </a:r>
            <a:r>
              <a:rPr lang="en-US" altLang="zh-CN" sz="2000" dirty="0" smtClean="0">
                <a:solidFill>
                  <a:schemeClr val="accent2"/>
                </a:solidFill>
              </a:rPr>
              <a:t>——</a:t>
            </a:r>
            <a:r>
              <a:rPr lang="zh-CN" altLang="en-US" sz="2000" dirty="0" smtClean="0">
                <a:solidFill>
                  <a:schemeClr val="accent2"/>
                </a:solidFill>
              </a:rPr>
              <a:t>含括的领域较多</a:t>
            </a:r>
            <a:r>
              <a:rPr lang="en-US" altLang="zh-CN" sz="2000" dirty="0" smtClean="0">
                <a:solidFill>
                  <a:schemeClr val="accent2"/>
                </a:solidFill>
              </a:rPr>
              <a:t>,</a:t>
            </a:r>
            <a:r>
              <a:rPr lang="zh-CN" altLang="en-US" sz="2000" dirty="0" smtClean="0">
                <a:solidFill>
                  <a:schemeClr val="accent2"/>
                </a:solidFill>
              </a:rPr>
              <a:t>对品号的，变量是对品号特征码的属性，属于品号属性的一部分</a:t>
            </a:r>
            <a:r>
              <a:rPr lang="en-US" altLang="zh-CN" sz="2000" dirty="0" smtClean="0">
                <a:solidFill>
                  <a:schemeClr val="accent2"/>
                </a:solidFill>
              </a:rPr>
              <a:t>.</a:t>
            </a:r>
            <a:endParaRPr lang="en-US" altLang="zh-CN" sz="1200" dirty="0" smtClean="0">
              <a:solidFill>
                <a:schemeClr val="tx1"/>
              </a:solidFill>
            </a:endParaRPr>
          </a:p>
        </p:txBody>
      </p:sp>
      <p:sp>
        <p:nvSpPr>
          <p:cNvPr id="4" name="灯片编号占位符 3"/>
          <p:cNvSpPr>
            <a:spLocks noGrp="1"/>
          </p:cNvSpPr>
          <p:nvPr>
            <p:ph type="sldNum" sz="quarter" idx="10"/>
          </p:nvPr>
        </p:nvSpPr>
        <p:spPr/>
        <p:txBody>
          <a:bodyPr/>
          <a:lstStyle/>
          <a:p>
            <a:pPr>
              <a:defRPr/>
            </a:pPr>
            <a:fld id="{E7311824-5FE7-436D-AAB8-DDB8FE753A6E}" type="slidenum">
              <a:rPr lang="zh-TW" altLang="en-US" smtClean="0"/>
            </a:fld>
            <a:endParaRPr lang="zh-TW"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E7311824-5FE7-436D-AAB8-DDB8FE753A6E}" type="slidenum">
              <a:rPr lang="zh-TW" altLang="en-US" smtClean="0"/>
            </a:fld>
            <a:endParaRPr lang="zh-TW"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投影片圖像版面配置區 1"/>
          <p:cNvSpPr>
            <a:spLocks noGrp="1" noRot="1" noChangeAspect="1" noTextEdit="1"/>
          </p:cNvSpPr>
          <p:nvPr>
            <p:ph type="sldImg"/>
          </p:nvPr>
        </p:nvSpPr>
        <p:spPr bwMode="auto">
          <a:noFill/>
          <a:ln>
            <a:solidFill>
              <a:srgbClr val="000000"/>
            </a:solidFill>
            <a:miter lim="800000"/>
          </a:ln>
        </p:spPr>
      </p:sp>
      <p:sp>
        <p:nvSpPr>
          <p:cNvPr id="95235"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95236" name="投影片編號版面配置區 3"/>
          <p:cNvSpPr>
            <a:spLocks noGrp="1"/>
          </p:cNvSpPr>
          <p:nvPr>
            <p:ph type="sldNum" sz="quarter" idx="5"/>
          </p:nvPr>
        </p:nvSpPr>
        <p:spPr bwMode="auto">
          <a:noFill/>
          <a:ln>
            <a:miter lim="800000"/>
          </a:ln>
        </p:spPr>
        <p:txBody>
          <a:bodyPr/>
          <a:lstStyle/>
          <a:p>
            <a:fld id="{982EDBD8-0200-43DB-91AC-842FAEB6FF34}"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投影片圖像版面配置區 1"/>
          <p:cNvSpPr>
            <a:spLocks noGrp="1" noRot="1" noChangeAspect="1" noTextEdit="1"/>
          </p:cNvSpPr>
          <p:nvPr>
            <p:ph type="sldImg"/>
          </p:nvPr>
        </p:nvSpPr>
        <p:spPr bwMode="auto">
          <a:noFill/>
          <a:ln>
            <a:solidFill>
              <a:srgbClr val="000000"/>
            </a:solidFill>
            <a:miter lim="800000"/>
          </a:ln>
        </p:spPr>
      </p:sp>
      <p:sp>
        <p:nvSpPr>
          <p:cNvPr id="95235"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95236" name="投影片編號版面配置區 3"/>
          <p:cNvSpPr>
            <a:spLocks noGrp="1"/>
          </p:cNvSpPr>
          <p:nvPr>
            <p:ph type="sldNum" sz="quarter" idx="5"/>
          </p:nvPr>
        </p:nvSpPr>
        <p:spPr bwMode="auto">
          <a:noFill/>
          <a:ln>
            <a:miter lim="800000"/>
          </a:ln>
        </p:spPr>
        <p:txBody>
          <a:bodyPr/>
          <a:lstStyle/>
          <a:p>
            <a:fld id="{982EDBD8-0200-43DB-91AC-842FAEB6FF34}"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投影片圖像版面配置區 1"/>
          <p:cNvSpPr>
            <a:spLocks noGrp="1" noRot="1" noChangeAspect="1" noTextEdit="1"/>
          </p:cNvSpPr>
          <p:nvPr>
            <p:ph type="sldImg"/>
          </p:nvPr>
        </p:nvSpPr>
        <p:spPr bwMode="auto">
          <a:noFill/>
          <a:ln>
            <a:solidFill>
              <a:srgbClr val="000000"/>
            </a:solidFill>
            <a:miter lim="800000"/>
          </a:ln>
        </p:spPr>
      </p:sp>
      <p:sp>
        <p:nvSpPr>
          <p:cNvPr id="95235"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95236" name="投影片編號版面配置區 3"/>
          <p:cNvSpPr>
            <a:spLocks noGrp="1"/>
          </p:cNvSpPr>
          <p:nvPr>
            <p:ph type="sldNum" sz="quarter" idx="5"/>
          </p:nvPr>
        </p:nvSpPr>
        <p:spPr bwMode="auto">
          <a:noFill/>
          <a:ln>
            <a:miter lim="800000"/>
          </a:ln>
        </p:spPr>
        <p:txBody>
          <a:bodyPr/>
          <a:lstStyle/>
          <a:p>
            <a:fld id="{982EDBD8-0200-43DB-91AC-842FAEB6FF34}"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投影片圖像版面配置區 1"/>
          <p:cNvSpPr>
            <a:spLocks noGrp="1" noRot="1" noChangeAspect="1" noTextEdit="1"/>
          </p:cNvSpPr>
          <p:nvPr>
            <p:ph type="sldImg"/>
          </p:nvPr>
        </p:nvSpPr>
        <p:spPr bwMode="auto">
          <a:noFill/>
          <a:ln>
            <a:solidFill>
              <a:srgbClr val="000000"/>
            </a:solidFill>
            <a:miter lim="800000"/>
          </a:ln>
        </p:spPr>
      </p:sp>
      <p:sp>
        <p:nvSpPr>
          <p:cNvPr id="95235"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95236" name="投影片編號版面配置區 3"/>
          <p:cNvSpPr>
            <a:spLocks noGrp="1"/>
          </p:cNvSpPr>
          <p:nvPr>
            <p:ph type="sldNum" sz="quarter" idx="5"/>
          </p:nvPr>
        </p:nvSpPr>
        <p:spPr bwMode="auto">
          <a:noFill/>
          <a:ln>
            <a:miter lim="800000"/>
          </a:ln>
        </p:spPr>
        <p:txBody>
          <a:bodyPr/>
          <a:lstStyle/>
          <a:p>
            <a:fld id="{982EDBD8-0200-43DB-91AC-842FAEB6FF34}"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投影片圖像版面配置區 1"/>
          <p:cNvSpPr>
            <a:spLocks noGrp="1" noRot="1" noChangeAspect="1" noTextEdit="1"/>
          </p:cNvSpPr>
          <p:nvPr>
            <p:ph type="sldImg"/>
          </p:nvPr>
        </p:nvSpPr>
        <p:spPr bwMode="auto">
          <a:noFill/>
          <a:ln>
            <a:solidFill>
              <a:srgbClr val="000000"/>
            </a:solidFill>
            <a:miter lim="800000"/>
          </a:ln>
        </p:spPr>
      </p:sp>
      <p:sp>
        <p:nvSpPr>
          <p:cNvPr id="95235"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95236" name="投影片編號版面配置區 3"/>
          <p:cNvSpPr>
            <a:spLocks noGrp="1"/>
          </p:cNvSpPr>
          <p:nvPr>
            <p:ph type="sldNum" sz="quarter" idx="5"/>
          </p:nvPr>
        </p:nvSpPr>
        <p:spPr bwMode="auto">
          <a:noFill/>
          <a:ln>
            <a:miter lim="800000"/>
          </a:ln>
        </p:spPr>
        <p:txBody>
          <a:bodyPr/>
          <a:lstStyle/>
          <a:p>
            <a:fld id="{982EDBD8-0200-43DB-91AC-842FAEB6FF34}"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投影片圖像版面配置區 1"/>
          <p:cNvSpPr>
            <a:spLocks noGrp="1" noRot="1" noChangeAspect="1" noTextEdit="1"/>
          </p:cNvSpPr>
          <p:nvPr>
            <p:ph type="sldImg"/>
          </p:nvPr>
        </p:nvSpPr>
        <p:spPr bwMode="auto">
          <a:noFill/>
          <a:ln>
            <a:solidFill>
              <a:srgbClr val="000000"/>
            </a:solidFill>
            <a:miter lim="800000"/>
          </a:ln>
        </p:spPr>
      </p:sp>
      <p:sp>
        <p:nvSpPr>
          <p:cNvPr id="95235"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95236" name="投影片編號版面配置區 3"/>
          <p:cNvSpPr>
            <a:spLocks noGrp="1"/>
          </p:cNvSpPr>
          <p:nvPr>
            <p:ph type="sldNum" sz="quarter" idx="5"/>
          </p:nvPr>
        </p:nvSpPr>
        <p:spPr bwMode="auto">
          <a:noFill/>
          <a:ln>
            <a:miter lim="800000"/>
          </a:ln>
        </p:spPr>
        <p:txBody>
          <a:bodyPr/>
          <a:lstStyle/>
          <a:p>
            <a:fld id="{982EDBD8-0200-43DB-91AC-842FAEB6FF34}"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投影片圖像版面配置區 1"/>
          <p:cNvSpPr>
            <a:spLocks noGrp="1" noRot="1" noChangeAspect="1" noTextEdit="1"/>
          </p:cNvSpPr>
          <p:nvPr>
            <p:ph type="sldImg"/>
          </p:nvPr>
        </p:nvSpPr>
        <p:spPr bwMode="auto">
          <a:noFill/>
          <a:ln>
            <a:solidFill>
              <a:srgbClr val="000000"/>
            </a:solidFill>
            <a:miter lim="800000"/>
          </a:ln>
        </p:spPr>
      </p:sp>
      <p:sp>
        <p:nvSpPr>
          <p:cNvPr id="95235"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95236" name="投影片編號版面配置區 3"/>
          <p:cNvSpPr>
            <a:spLocks noGrp="1"/>
          </p:cNvSpPr>
          <p:nvPr>
            <p:ph type="sldNum" sz="quarter" idx="5"/>
          </p:nvPr>
        </p:nvSpPr>
        <p:spPr bwMode="auto">
          <a:noFill/>
          <a:ln>
            <a:miter lim="800000"/>
          </a:ln>
        </p:spPr>
        <p:txBody>
          <a:bodyPr/>
          <a:lstStyle/>
          <a:p>
            <a:fld id="{982EDBD8-0200-43DB-91AC-842FAEB6FF34}"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投影片圖像版面配置區 1"/>
          <p:cNvSpPr>
            <a:spLocks noGrp="1" noRot="1" noChangeAspect="1" noTextEdit="1"/>
          </p:cNvSpPr>
          <p:nvPr>
            <p:ph type="sldImg"/>
          </p:nvPr>
        </p:nvSpPr>
        <p:spPr bwMode="auto">
          <a:noFill/>
          <a:ln>
            <a:solidFill>
              <a:srgbClr val="000000"/>
            </a:solidFill>
            <a:miter lim="800000"/>
          </a:ln>
        </p:spPr>
      </p:sp>
      <p:sp>
        <p:nvSpPr>
          <p:cNvPr id="96259"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96260" name="投影片編號版面配置區 3"/>
          <p:cNvSpPr>
            <a:spLocks noGrp="1"/>
          </p:cNvSpPr>
          <p:nvPr>
            <p:ph type="sldNum" sz="quarter" idx="5"/>
          </p:nvPr>
        </p:nvSpPr>
        <p:spPr bwMode="auto">
          <a:noFill/>
          <a:ln>
            <a:miter lim="800000"/>
          </a:ln>
        </p:spPr>
        <p:txBody>
          <a:bodyPr/>
          <a:lstStyle/>
          <a:p>
            <a:fld id="{162BDF9F-6C8B-419D-A566-C9DDD4DBE03C}"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pPr>
              <a:defRPr/>
            </a:pPr>
            <a:fld id="{CC6EF3E9-9ED5-470C-B92F-B09A7DFC66C3}" type="slidenum">
              <a:rPr lang="zh-TW" altLang="en-US" smtClean="0"/>
            </a:fld>
            <a:endParaRPr lang="zh-TW"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pPr>
              <a:defRPr/>
            </a:pPr>
            <a:fld id="{CC6EF3E9-9ED5-470C-B92F-B09A7DFC66C3}" type="slidenum">
              <a:rPr lang="zh-TW" altLang="en-US" smtClean="0"/>
            </a:fld>
            <a:endParaRPr lang="zh-TW"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E7311824-5FE7-436D-AAB8-DDB8FE753A6E}" type="slidenum">
              <a:rPr lang="zh-TW" altLang="en-US" smtClean="0"/>
            </a:fld>
            <a:endParaRPr lang="zh-TW"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CC6EF3E9-9ED5-470C-B92F-B09A7DFC66C3}" type="slidenum">
              <a:rPr lang="zh-TW" altLang="en-US" smtClean="0"/>
            </a:fld>
            <a:endParaRPr lang="zh-TW"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b="0" i="0" dirty="0" smtClean="0"/>
          </a:p>
        </p:txBody>
      </p:sp>
      <p:sp>
        <p:nvSpPr>
          <p:cNvPr id="4" name="灯片编号占位符 3"/>
          <p:cNvSpPr>
            <a:spLocks noGrp="1"/>
          </p:cNvSpPr>
          <p:nvPr>
            <p:ph type="sldNum" sz="quarter" idx="10"/>
          </p:nvPr>
        </p:nvSpPr>
        <p:spPr/>
        <p:txBody>
          <a:bodyPr/>
          <a:lstStyle/>
          <a:p>
            <a:pPr>
              <a:defRPr/>
            </a:pPr>
            <a:fld id="{E7311824-5FE7-436D-AAB8-DDB8FE753A6E}" type="slidenum">
              <a:rPr lang="zh-TW" altLang="en-US" smtClean="0"/>
            </a:fld>
            <a:endParaRPr lang="zh-TW"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CC6EF3E9-9ED5-470C-B92F-B09A7DFC66C3}" type="slidenum">
              <a:rPr lang="zh-TW" altLang="en-US" smtClean="0"/>
            </a:fld>
            <a:endParaRPr lang="zh-TW"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E7311824-5FE7-436D-AAB8-DDB8FE753A6E}" type="slidenum">
              <a:rPr lang="zh-TW" altLang="en-US" smtClean="0"/>
            </a:fld>
            <a:endParaRPr lang="zh-TW"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CC6EF3E9-9ED5-470C-B92F-B09A7DFC66C3}" type="slidenum">
              <a:rPr lang="zh-TW" altLang="en-US" smtClean="0"/>
            </a:fld>
            <a:endParaRPr lang="zh-TW"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CC6EF3E9-9ED5-470C-B92F-B09A7DFC66C3}" type="slidenum">
              <a:rPr lang="zh-TW" altLang="en-US" smtClean="0"/>
            </a:fld>
            <a:endParaRPr lang="zh-TW"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pPr>
              <a:defRPr/>
            </a:pPr>
            <a:fld id="{CC6EF3E9-9ED5-470C-B92F-B09A7DFC66C3}" type="slidenum">
              <a:rPr lang="zh-TW" altLang="en-US" smtClean="0"/>
            </a:fld>
            <a:endParaRPr lang="zh-TW"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CC6EF3E9-9ED5-470C-B92F-B09A7DFC66C3}" type="slidenum">
              <a:rPr lang="zh-TW" altLang="en-US" smtClean="0"/>
            </a:fld>
            <a:endParaRPr lang="zh-TW"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投影片圖像版面配置區 1"/>
          <p:cNvSpPr>
            <a:spLocks noGrp="1" noRot="1" noChangeAspect="1" noTextEdit="1"/>
          </p:cNvSpPr>
          <p:nvPr>
            <p:ph type="sldImg"/>
          </p:nvPr>
        </p:nvSpPr>
        <p:spPr bwMode="auto">
          <a:noFill/>
          <a:ln>
            <a:solidFill>
              <a:srgbClr val="000000"/>
            </a:solidFill>
            <a:miter lim="800000"/>
          </a:ln>
        </p:spPr>
      </p:sp>
      <p:sp>
        <p:nvSpPr>
          <p:cNvPr id="99331"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99332" name="投影片編號版面配置區 3"/>
          <p:cNvSpPr>
            <a:spLocks noGrp="1"/>
          </p:cNvSpPr>
          <p:nvPr>
            <p:ph type="sldNum" sz="quarter" idx="5"/>
          </p:nvPr>
        </p:nvSpPr>
        <p:spPr bwMode="auto">
          <a:noFill/>
          <a:ln>
            <a:miter lim="800000"/>
          </a:ln>
        </p:spPr>
        <p:txBody>
          <a:bodyPr/>
          <a:lstStyle/>
          <a:p>
            <a:fld id="{366A7F2A-358C-4C10-A50A-2D47757015CD}"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投影片圖像版面配置區 1"/>
          <p:cNvSpPr>
            <a:spLocks noGrp="1" noRot="1" noChangeAspect="1" noTextEdit="1"/>
          </p:cNvSpPr>
          <p:nvPr>
            <p:ph type="sldImg"/>
          </p:nvPr>
        </p:nvSpPr>
        <p:spPr bwMode="auto">
          <a:noFill/>
          <a:ln>
            <a:solidFill>
              <a:srgbClr val="000000"/>
            </a:solidFill>
            <a:miter lim="800000"/>
          </a:ln>
        </p:spPr>
      </p:sp>
      <p:sp>
        <p:nvSpPr>
          <p:cNvPr id="101379"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101380" name="投影片編號版面配置區 3"/>
          <p:cNvSpPr>
            <a:spLocks noGrp="1"/>
          </p:cNvSpPr>
          <p:nvPr>
            <p:ph type="sldNum" sz="quarter" idx="5"/>
          </p:nvPr>
        </p:nvSpPr>
        <p:spPr bwMode="auto">
          <a:noFill/>
          <a:ln>
            <a:miter lim="800000"/>
          </a:ln>
        </p:spPr>
        <p:txBody>
          <a:bodyPr/>
          <a:lstStyle/>
          <a:p>
            <a:fld id="{30E662B0-72DC-4E73-A03A-3B25053B2CBE}"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投影片圖像版面配置區 1"/>
          <p:cNvSpPr>
            <a:spLocks noGrp="1" noRot="1" noChangeAspect="1" noTextEdit="1"/>
          </p:cNvSpPr>
          <p:nvPr>
            <p:ph type="sldImg"/>
          </p:nvPr>
        </p:nvSpPr>
        <p:spPr bwMode="auto">
          <a:noFill/>
          <a:ln>
            <a:solidFill>
              <a:srgbClr val="000000"/>
            </a:solidFill>
            <a:miter lim="800000"/>
          </a:ln>
        </p:spPr>
      </p:sp>
      <p:sp>
        <p:nvSpPr>
          <p:cNvPr id="103427"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103428" name="投影片編號版面配置區 3"/>
          <p:cNvSpPr>
            <a:spLocks noGrp="1"/>
          </p:cNvSpPr>
          <p:nvPr>
            <p:ph type="sldNum" sz="quarter" idx="5"/>
          </p:nvPr>
        </p:nvSpPr>
        <p:spPr bwMode="auto">
          <a:noFill/>
          <a:ln>
            <a:miter lim="800000"/>
          </a:ln>
        </p:spPr>
        <p:txBody>
          <a:bodyPr/>
          <a:lstStyle/>
          <a:p>
            <a:fld id="{162AF06E-D6A5-48B5-827B-F7473F5BF430}"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投影片圖像版面配置區 1"/>
          <p:cNvSpPr>
            <a:spLocks noGrp="1" noRot="1" noChangeAspect="1" noTextEdit="1"/>
          </p:cNvSpPr>
          <p:nvPr>
            <p:ph type="sldImg"/>
          </p:nvPr>
        </p:nvSpPr>
        <p:spPr bwMode="auto">
          <a:noFill/>
          <a:ln>
            <a:solidFill>
              <a:srgbClr val="000000"/>
            </a:solidFill>
            <a:miter lim="800000"/>
          </a:ln>
        </p:spPr>
      </p:sp>
      <p:sp>
        <p:nvSpPr>
          <p:cNvPr id="103427"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103428" name="投影片編號版面配置區 3"/>
          <p:cNvSpPr>
            <a:spLocks noGrp="1"/>
          </p:cNvSpPr>
          <p:nvPr>
            <p:ph type="sldNum" sz="quarter" idx="5"/>
          </p:nvPr>
        </p:nvSpPr>
        <p:spPr bwMode="auto">
          <a:noFill/>
          <a:ln>
            <a:miter lim="800000"/>
          </a:ln>
        </p:spPr>
        <p:txBody>
          <a:bodyPr/>
          <a:lstStyle/>
          <a:p>
            <a:fld id="{162AF06E-D6A5-48B5-827B-F7473F5BF430}"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投影片圖像版面配置區 1"/>
          <p:cNvSpPr>
            <a:spLocks noGrp="1" noRot="1" noChangeAspect="1" noTextEdit="1"/>
          </p:cNvSpPr>
          <p:nvPr>
            <p:ph type="sldImg"/>
          </p:nvPr>
        </p:nvSpPr>
        <p:spPr bwMode="auto">
          <a:noFill/>
          <a:ln>
            <a:solidFill>
              <a:srgbClr val="000000"/>
            </a:solidFill>
            <a:miter lim="800000"/>
          </a:ln>
        </p:spPr>
      </p:sp>
      <p:sp>
        <p:nvSpPr>
          <p:cNvPr id="104451"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104452" name="投影片編號版面配置區 3"/>
          <p:cNvSpPr>
            <a:spLocks noGrp="1"/>
          </p:cNvSpPr>
          <p:nvPr>
            <p:ph type="sldNum" sz="quarter" idx="5"/>
          </p:nvPr>
        </p:nvSpPr>
        <p:spPr bwMode="auto">
          <a:noFill/>
          <a:ln>
            <a:miter lim="800000"/>
          </a:ln>
        </p:spPr>
        <p:txBody>
          <a:bodyPr/>
          <a:lstStyle/>
          <a:p>
            <a:fld id="{C61537D3-8BEC-40A0-A79B-23BCAD6BF2A8}"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投影片圖像版面配置區 1"/>
          <p:cNvSpPr>
            <a:spLocks noGrp="1" noRot="1" noChangeAspect="1" noTextEdit="1"/>
          </p:cNvSpPr>
          <p:nvPr>
            <p:ph type="sldImg"/>
          </p:nvPr>
        </p:nvSpPr>
        <p:spPr bwMode="auto">
          <a:noFill/>
          <a:ln>
            <a:solidFill>
              <a:srgbClr val="000000"/>
            </a:solidFill>
            <a:miter lim="800000"/>
          </a:ln>
        </p:spPr>
      </p:sp>
      <p:sp>
        <p:nvSpPr>
          <p:cNvPr id="106499"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106500" name="投影片編號版面配置區 3"/>
          <p:cNvSpPr>
            <a:spLocks noGrp="1"/>
          </p:cNvSpPr>
          <p:nvPr>
            <p:ph type="sldNum" sz="quarter" idx="5"/>
          </p:nvPr>
        </p:nvSpPr>
        <p:spPr bwMode="auto">
          <a:noFill/>
          <a:ln>
            <a:miter lim="800000"/>
          </a:ln>
        </p:spPr>
        <p:txBody>
          <a:bodyPr/>
          <a:lstStyle/>
          <a:p>
            <a:fld id="{4DB473D4-A59F-4F1C-A050-B966E165ED2C}" type="slidenum">
              <a:rPr lang="zh-TW" altLang="en-US" smtClean="0">
                <a:latin typeface="Arial" charset="0"/>
              </a:rPr>
            </a:fld>
            <a:endParaRPr lang="zh-TW" altLang="en-US" smtClean="0">
              <a:latin typeface="Arial"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投影片圖像版面配置區 1"/>
          <p:cNvSpPr>
            <a:spLocks noGrp="1" noRot="1" noChangeAspect="1" noTextEdit="1"/>
          </p:cNvSpPr>
          <p:nvPr>
            <p:ph type="sldImg"/>
          </p:nvPr>
        </p:nvSpPr>
        <p:spPr bwMode="auto">
          <a:noFill/>
          <a:ln>
            <a:solidFill>
              <a:srgbClr val="000000"/>
            </a:solidFill>
            <a:miter lim="800000"/>
          </a:ln>
        </p:spPr>
      </p:sp>
      <p:sp>
        <p:nvSpPr>
          <p:cNvPr id="107523" name="備忘稿版面配置區 2"/>
          <p:cNvSpPr>
            <a:spLocks noGrp="1"/>
          </p:cNvSpPr>
          <p:nvPr>
            <p:ph type="body" idx="1"/>
          </p:nvPr>
        </p:nvSpPr>
        <p:spPr bwMode="auto">
          <a:noFill/>
        </p:spPr>
        <p:txBody>
          <a:bodyPr/>
          <a:lstStyle/>
          <a:p>
            <a:pPr eaLnBrk="1" hangingPunct="1">
              <a:spcBef>
                <a:spcPct val="0"/>
              </a:spcBef>
            </a:pPr>
            <a:endParaRPr lang="zh-TW" altLang="en-US" smtClean="0"/>
          </a:p>
        </p:txBody>
      </p:sp>
      <p:sp>
        <p:nvSpPr>
          <p:cNvPr id="107524" name="投影片編號版面配置區 3"/>
          <p:cNvSpPr>
            <a:spLocks noGrp="1"/>
          </p:cNvSpPr>
          <p:nvPr>
            <p:ph type="sldNum" sz="quarter" idx="5"/>
          </p:nvPr>
        </p:nvSpPr>
        <p:spPr bwMode="auto">
          <a:noFill/>
          <a:ln>
            <a:miter lim="800000"/>
          </a:ln>
        </p:spPr>
        <p:txBody>
          <a:bodyPr/>
          <a:lstStyle/>
          <a:p>
            <a:fld id="{E88EA556-8A15-4D70-BC7E-9D44BCD4DC25}" type="slidenum">
              <a:rPr lang="zh-TW" altLang="en-US" smtClean="0">
                <a:latin typeface="Arial" charset="0"/>
              </a:rPr>
            </a:fld>
            <a:endParaRPr lang="zh-TW" altLang="en-US" smtClean="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pic>
        <p:nvPicPr>
          <p:cNvPr id="2" name="圖片 2" descr="20110301簡報首頁_集團繁B.jpg"/>
          <p:cNvPicPr>
            <a:picLocks noChangeAspect="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標題投影片">
    <p:spTree>
      <p:nvGrpSpPr>
        <p:cNvPr id="1" name=""/>
        <p:cNvGrpSpPr/>
        <p:nvPr/>
      </p:nvGrpSpPr>
      <p:grpSpPr>
        <a:xfrm>
          <a:off x="0" y="0"/>
          <a:ext cx="0" cy="0"/>
          <a:chOff x="0" y="0"/>
          <a:chExt cx="0" cy="0"/>
        </a:xfrm>
      </p:grpSpPr>
      <p:pic>
        <p:nvPicPr>
          <p:cNvPr id="2" name="圖片 2" descr="20110301簡報內頁1_集團繁B.jpg"/>
          <p:cNvPicPr>
            <a:picLocks noChangeAspect="1"/>
          </p:cNvPicPr>
          <p:nvPr userDrawn="1"/>
        </p:nvPicPr>
        <p:blipFill>
          <a:blip r:embed="rId2" cstate="print"/>
          <a:srcRect/>
          <a:stretch>
            <a:fillRect/>
          </a:stretch>
        </p:blipFill>
        <p:spPr bwMode="auto">
          <a:xfrm>
            <a:off x="0" y="0"/>
            <a:ext cx="9144000" cy="1463675"/>
          </a:xfrm>
          <a:prstGeom prst="rect">
            <a:avLst/>
          </a:prstGeom>
          <a:noFill/>
          <a:ln w="9525">
            <a:noFill/>
            <a:miter lim="800000"/>
            <a:headEnd/>
            <a:tailEnd/>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標題投影片">
    <p:spTree>
      <p:nvGrpSpPr>
        <p:cNvPr id="1" name=""/>
        <p:cNvGrpSpPr/>
        <p:nvPr/>
      </p:nvGrpSpPr>
      <p:grpSpPr>
        <a:xfrm>
          <a:off x="0" y="0"/>
          <a:ext cx="0" cy="0"/>
          <a:chOff x="0" y="0"/>
          <a:chExt cx="0" cy="0"/>
        </a:xfrm>
      </p:grpSpPr>
      <p:pic>
        <p:nvPicPr>
          <p:cNvPr id="2" name="圖片 2" descr="20110301簡報內頁2_集團繁B.jpg"/>
          <p:cNvPicPr>
            <a:picLocks noChangeAspect="1"/>
          </p:cNvPicPr>
          <p:nvPr userDrawn="1"/>
        </p:nvPicPr>
        <p:blipFill>
          <a:blip r:embed="rId2" cstate="print"/>
          <a:srcRect/>
          <a:stretch>
            <a:fillRect/>
          </a:stretch>
        </p:blipFill>
        <p:spPr bwMode="auto">
          <a:xfrm>
            <a:off x="0" y="0"/>
            <a:ext cx="9144000" cy="450850"/>
          </a:xfrm>
          <a:prstGeom prst="rect">
            <a:avLst/>
          </a:prstGeom>
          <a:noFill/>
          <a:ln w="9525">
            <a:noFill/>
            <a:miter lim="800000"/>
            <a:headEnd/>
            <a:tailEnd/>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7_標題投影片">
    <p:spTree>
      <p:nvGrpSpPr>
        <p:cNvPr id="1" name=""/>
        <p:cNvGrpSpPr/>
        <p:nvPr/>
      </p:nvGrpSpPr>
      <p:grpSpPr>
        <a:xfrm>
          <a:off x="0" y="0"/>
          <a:ext cx="0" cy="0"/>
          <a:chOff x="0" y="0"/>
          <a:chExt cx="0" cy="0"/>
        </a:xfrm>
      </p:grpSpPr>
      <p:pic>
        <p:nvPicPr>
          <p:cNvPr id="2" name="圖片 2" descr="簡報內頁1_鼎捷軟件B.jpg"/>
          <p:cNvPicPr>
            <a:picLocks noChangeAspect="1"/>
          </p:cNvPicPr>
          <p:nvPr userDrawn="1"/>
        </p:nvPicPr>
        <p:blipFill>
          <a:blip r:embed="rId2"/>
          <a:srcRect/>
          <a:stretch>
            <a:fillRect/>
          </a:stretch>
        </p:blipFill>
        <p:spPr bwMode="auto">
          <a:xfrm>
            <a:off x="0" y="0"/>
            <a:ext cx="9144000" cy="1584325"/>
          </a:xfrm>
          <a:prstGeom prst="rect">
            <a:avLst/>
          </a:prstGeom>
          <a:noFill/>
          <a:ln w="9525">
            <a:noFill/>
            <a:miter lim="800000"/>
            <a:headEnd/>
            <a:tailEnd/>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8_標題投影片">
    <p:spTree>
      <p:nvGrpSpPr>
        <p:cNvPr id="1" name=""/>
        <p:cNvGrpSpPr/>
        <p:nvPr/>
      </p:nvGrpSpPr>
      <p:grpSpPr>
        <a:xfrm>
          <a:off x="0" y="0"/>
          <a:ext cx="0" cy="0"/>
          <a:chOff x="0" y="0"/>
          <a:chExt cx="0" cy="0"/>
        </a:xfrm>
      </p:grpSpPr>
      <p:pic>
        <p:nvPicPr>
          <p:cNvPr id="2" name="圖片 2" descr="簡報內頁2_鼎捷軟件B.jpg"/>
          <p:cNvPicPr>
            <a:picLocks noChangeAspect="1"/>
          </p:cNvPicPr>
          <p:nvPr userDrawn="1"/>
        </p:nvPicPr>
        <p:blipFill>
          <a:blip r:embed="rId2"/>
          <a:srcRect/>
          <a:stretch>
            <a:fillRect/>
          </a:stretch>
        </p:blipFill>
        <p:spPr bwMode="auto">
          <a:xfrm>
            <a:off x="0" y="0"/>
            <a:ext cx="9144000" cy="517525"/>
          </a:xfrm>
          <a:prstGeom prst="rect">
            <a:avLst/>
          </a:prstGeom>
          <a:noFill/>
          <a:ln w="9525">
            <a:noFill/>
            <a:miter lim="800000"/>
            <a:headEnd/>
            <a:tailEnd/>
          </a:ln>
        </p:spPr>
      </p:pic>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6.jpe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圖片 6" descr="1007簡報內頁.jpg"/>
          <p:cNvPicPr>
            <a:picLocks noChangeAspect="1"/>
          </p:cNvPicPr>
          <p:nvPr userDrawn="1"/>
        </p:nvPicPr>
        <p:blipFill>
          <a:blip r:embed="rId6" cstate="print"/>
          <a:srcRect/>
          <a:stretch>
            <a:fillRect/>
          </a:stretch>
        </p:blipFill>
        <p:spPr bwMode="auto">
          <a:xfrm>
            <a:off x="4763" y="0"/>
            <a:ext cx="9134475" cy="68580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dt="0"/>
  <p:txStyles>
    <p:titleStyle>
      <a:lvl1pPr algn="ctr" rtl="0" eaLnBrk="0" fontAlgn="base" hangingPunct="0">
        <a:spcBef>
          <a:spcPct val="0"/>
        </a:spcBef>
        <a:spcAft>
          <a:spcPct val="0"/>
        </a:spcAft>
        <a:defRPr sz="4400" kern="1200">
          <a:solidFill>
            <a:schemeClr val="tx1"/>
          </a:solidFill>
          <a:latin typeface="+mj-lt"/>
          <a:ea typeface="新細明體" pitchFamily="18" charset="-120"/>
          <a:cs typeface="+mj-cs"/>
        </a:defRPr>
      </a:lvl1pPr>
      <a:lvl2pPr algn="ctr" rtl="0" eaLnBrk="0" fontAlgn="base" hangingPunct="0">
        <a:spcBef>
          <a:spcPct val="0"/>
        </a:spcBef>
        <a:spcAft>
          <a:spcPct val="0"/>
        </a:spcAft>
        <a:defRPr sz="4400">
          <a:solidFill>
            <a:schemeClr val="tx1"/>
          </a:solidFill>
          <a:latin typeface="Calibri" pitchFamily="34" charset="0"/>
          <a:ea typeface="新細明體" pitchFamily="18" charset="-120"/>
        </a:defRPr>
      </a:lvl2pPr>
      <a:lvl3pPr algn="ctr" rtl="0" eaLnBrk="0" fontAlgn="base" hangingPunct="0">
        <a:spcBef>
          <a:spcPct val="0"/>
        </a:spcBef>
        <a:spcAft>
          <a:spcPct val="0"/>
        </a:spcAft>
        <a:defRPr sz="4400">
          <a:solidFill>
            <a:schemeClr val="tx1"/>
          </a:solidFill>
          <a:latin typeface="Calibri" pitchFamily="34" charset="0"/>
          <a:ea typeface="新細明體" pitchFamily="18" charset="-120"/>
        </a:defRPr>
      </a:lvl3pPr>
      <a:lvl4pPr algn="ctr" rtl="0" eaLnBrk="0" fontAlgn="base" hangingPunct="0">
        <a:spcBef>
          <a:spcPct val="0"/>
        </a:spcBef>
        <a:spcAft>
          <a:spcPct val="0"/>
        </a:spcAft>
        <a:defRPr sz="4400">
          <a:solidFill>
            <a:schemeClr val="tx1"/>
          </a:solidFill>
          <a:latin typeface="Calibri" pitchFamily="34" charset="0"/>
          <a:ea typeface="新細明體" pitchFamily="18" charset="-120"/>
        </a:defRPr>
      </a:lvl4pPr>
      <a:lvl5pPr algn="ctr" rtl="0" eaLnBrk="0" fontAlgn="base" hangingPunct="0">
        <a:spcBef>
          <a:spcPct val="0"/>
        </a:spcBef>
        <a:spcAft>
          <a:spcPct val="0"/>
        </a:spcAft>
        <a:defRPr sz="4400">
          <a:solidFill>
            <a:schemeClr val="tx1"/>
          </a:solidFill>
          <a:latin typeface="Calibri" pitchFamily="34" charset="0"/>
          <a:ea typeface="新細明體" pitchFamily="18" charset="-120"/>
        </a:defRPr>
      </a:lvl5pPr>
      <a:lvl6pPr marL="457200" algn="ctr" rtl="0" fontAlgn="base">
        <a:spcBef>
          <a:spcPct val="0"/>
        </a:spcBef>
        <a:spcAft>
          <a:spcPct val="0"/>
        </a:spcAft>
        <a:defRPr sz="4400">
          <a:solidFill>
            <a:schemeClr val="tx1"/>
          </a:solidFill>
          <a:latin typeface="Calibri" pitchFamily="34" charset="0"/>
          <a:ea typeface="新細明體" charset="-120"/>
        </a:defRPr>
      </a:lvl6pPr>
      <a:lvl7pPr marL="914400" algn="ctr" rtl="0" fontAlgn="base">
        <a:spcBef>
          <a:spcPct val="0"/>
        </a:spcBef>
        <a:spcAft>
          <a:spcPct val="0"/>
        </a:spcAft>
        <a:defRPr sz="4400">
          <a:solidFill>
            <a:schemeClr val="tx1"/>
          </a:solidFill>
          <a:latin typeface="Calibri" pitchFamily="34" charset="0"/>
          <a:ea typeface="新細明體" charset="-120"/>
        </a:defRPr>
      </a:lvl7pPr>
      <a:lvl8pPr marL="1371600" algn="ctr" rtl="0" fontAlgn="base">
        <a:spcBef>
          <a:spcPct val="0"/>
        </a:spcBef>
        <a:spcAft>
          <a:spcPct val="0"/>
        </a:spcAft>
        <a:defRPr sz="4400">
          <a:solidFill>
            <a:schemeClr val="tx1"/>
          </a:solidFill>
          <a:latin typeface="Calibri" pitchFamily="34" charset="0"/>
          <a:ea typeface="新細明體" charset="-120"/>
        </a:defRPr>
      </a:lvl8pPr>
      <a:lvl9pPr marL="1828800" algn="ctr" rtl="0" fontAlgn="base">
        <a:spcBef>
          <a:spcPct val="0"/>
        </a:spcBef>
        <a:spcAft>
          <a:spcPct val="0"/>
        </a:spcAft>
        <a:defRPr sz="4400">
          <a:solidFill>
            <a:schemeClr val="tx1"/>
          </a:solidFill>
          <a:latin typeface="Calibri" pitchFamily="34" charset="0"/>
          <a:ea typeface="新細明體" charset="-12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新細明體" pitchFamily="18" charset="-120"/>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新細明體" pitchFamily="18" charset="-12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新細明體" pitchFamily="18" charset="-12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新細明體" pitchFamily="18" charset="-12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新細明體" pitchFamily="18"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5.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5.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5.xml"/><Relationship Id="rId2" Type="http://schemas.openxmlformats.org/officeDocument/2006/relationships/image" Target="../media/image12.png"/><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5.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7.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9.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0.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1.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3.png"/><Relationship Id="rId1" Type="http://schemas.openxmlformats.org/officeDocument/2006/relationships/image" Target="../media/image32.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4.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5.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6.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7.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8.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image" Target="../media/image39.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41.png"/><Relationship Id="rId1" Type="http://schemas.openxmlformats.org/officeDocument/2006/relationships/image" Target="../media/image40.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2.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3.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4.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5.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6.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8.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9.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52.png"/><Relationship Id="rId1" Type="http://schemas.openxmlformats.org/officeDocument/2006/relationships/image" Target="../media/image51.png"/></Relationships>
</file>

<file path=ppt/slides/_rels/slide66.xml.rels><?xml version="1.0" encoding="UTF-8" standalone="yes"?>
<Relationships xmlns="http://schemas.openxmlformats.org/package/2006/relationships"><Relationship Id="rId9" Type="http://schemas.openxmlformats.org/officeDocument/2006/relationships/image" Target="../media/image61.png"/><Relationship Id="rId8" Type="http://schemas.openxmlformats.org/officeDocument/2006/relationships/image" Target="../media/image60.png"/><Relationship Id="rId7" Type="http://schemas.openxmlformats.org/officeDocument/2006/relationships/image" Target="../media/image59.png"/><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image" Target="../media/image54.png"/><Relationship Id="rId11" Type="http://schemas.openxmlformats.org/officeDocument/2006/relationships/notesSlide" Target="../notesSlides/notesSlide33.xml"/><Relationship Id="rId10" Type="http://schemas.openxmlformats.org/officeDocument/2006/relationships/slideLayout" Target="../slideLayouts/slideLayout3.xml"/><Relationship Id="rId1" Type="http://schemas.openxmlformats.org/officeDocument/2006/relationships/image" Target="../media/image53.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image" Target="../media/image62.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image" Target="../media/image63.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65.png"/><Relationship Id="rId1" Type="http://schemas.openxmlformats.org/officeDocument/2006/relationships/image" Target="../media/image64.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6.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7.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8.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9.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0.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1.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5.xml"/><Relationship Id="rId2" Type="http://schemas.openxmlformats.org/officeDocument/2006/relationships/image" Target="../media/image73.png"/><Relationship Id="rId1" Type="http://schemas.openxmlformats.org/officeDocument/2006/relationships/image" Target="../media/image72.png"/></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5.xml"/><Relationship Id="rId2" Type="http://schemas.openxmlformats.org/officeDocument/2006/relationships/image" Target="../media/image75.png"/><Relationship Id="rId1" Type="http://schemas.openxmlformats.org/officeDocument/2006/relationships/image" Target="../media/image74.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77.png"/><Relationship Id="rId1" Type="http://schemas.openxmlformats.org/officeDocument/2006/relationships/image" Target="../media/image76.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79.png"/><Relationship Id="rId1" Type="http://schemas.openxmlformats.org/officeDocument/2006/relationships/image" Target="../media/image78.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81.png"/><Relationship Id="rId1" Type="http://schemas.openxmlformats.org/officeDocument/2006/relationships/image" Target="../media/image80.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2565400" y="1909763"/>
            <a:ext cx="6578600" cy="1015663"/>
          </a:xfrm>
          <a:prstGeom prst="rect">
            <a:avLst/>
          </a:prstGeom>
          <a:noFill/>
        </p:spPr>
        <p:txBody>
          <a:bodyPr>
            <a:spAutoFit/>
          </a:bodyPr>
          <a:lstStyle/>
          <a:p>
            <a:pPr>
              <a:defRPr/>
            </a:pPr>
            <a:r>
              <a:rPr lang="zh-CN" altLang="en-US" sz="6000" dirty="0" smtClean="0">
                <a:solidFill>
                  <a:schemeClr val="bg1"/>
                </a:solidFill>
                <a:effectLst>
                  <a:outerShdw blurRad="38100" dist="38100" dir="2700000" algn="tl">
                    <a:srgbClr val="C0C0C0"/>
                  </a:outerShdw>
                </a:effectLst>
                <a:latin typeface="Microsoft JhengHei" pitchFamily="34" charset="-120"/>
                <a:ea typeface="Microsoft JhengHei" pitchFamily="34" charset="-120"/>
              </a:rPr>
              <a:t>产品结构管理</a:t>
            </a:r>
            <a:endParaRPr lang="zh-TW" altLang="zh-TW" sz="6000" dirty="0">
              <a:solidFill>
                <a:schemeClr val="bg1"/>
              </a:solidFill>
              <a:effectLst>
                <a:outerShdw blurRad="38100" dist="38100" dir="2700000" algn="tl">
                  <a:srgbClr val="C0C0C0"/>
                </a:outerShdw>
              </a:effectLst>
              <a:latin typeface="Microsoft JhengHei" pitchFamily="34" charset="-120"/>
              <a:ea typeface="Microsoft JhengHei" pitchFamily="34" charset="-120"/>
            </a:endParaRPr>
          </a:p>
        </p:txBody>
      </p:sp>
      <p:sp>
        <p:nvSpPr>
          <p:cNvPr id="30724" name="文字方塊 4"/>
          <p:cNvSpPr txBox="1">
            <a:spLocks noChangeArrowheads="1"/>
          </p:cNvSpPr>
          <p:nvPr/>
        </p:nvSpPr>
        <p:spPr bwMode="auto">
          <a:xfrm>
            <a:off x="2627313" y="4508500"/>
            <a:ext cx="1210588" cy="400110"/>
          </a:xfrm>
          <a:prstGeom prst="rect">
            <a:avLst/>
          </a:prstGeom>
          <a:noFill/>
          <a:ln w="9525">
            <a:noFill/>
            <a:miter lim="800000"/>
          </a:ln>
        </p:spPr>
        <p:txBody>
          <a:bodyPr wrap="none">
            <a:spAutoFit/>
          </a:bodyPr>
          <a:lstStyle/>
          <a:p>
            <a:pPr>
              <a:spcBef>
                <a:spcPts val="300"/>
              </a:spcBef>
            </a:pPr>
            <a:r>
              <a:rPr lang="zh-CN" altLang="zh-TW" sz="2000" dirty="0" smtClean="0">
                <a:latin typeface="Microsoft JhengHei" pitchFamily="34" charset="-120"/>
                <a:ea typeface="Microsoft JhengHei" pitchFamily="34" charset="-120"/>
              </a:rPr>
              <a:t>鼎</a:t>
            </a:r>
            <a:r>
              <a:rPr lang="zh-CN" altLang="zh-TW" sz="2000" dirty="0">
                <a:latin typeface="Microsoft JhengHei" pitchFamily="34" charset="-120"/>
                <a:ea typeface="Microsoft JhengHei" pitchFamily="34" charset="-120"/>
              </a:rPr>
              <a:t>捷</a:t>
            </a:r>
            <a:r>
              <a:rPr lang="zh-TW" altLang="en-US" sz="2000" dirty="0" smtClean="0">
                <a:latin typeface="Microsoft JhengHei" pitchFamily="34" charset="-120"/>
                <a:ea typeface="Microsoft JhengHei" pitchFamily="34" charset="-120"/>
              </a:rPr>
              <a:t>软件</a:t>
            </a:r>
            <a:endParaRPr lang="zh-TW" altLang="zh-TW" sz="2000" dirty="0">
              <a:latin typeface="Microsoft JhengHei" pitchFamily="34" charset="-120"/>
              <a:ea typeface="Microsoft JhengHei" pitchFamily="34" charset="-12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1908175" y="665163"/>
            <a:ext cx="7235825" cy="646112"/>
          </a:xfrm>
          <a:prstGeom prst="rect">
            <a:avLst/>
          </a:prstGeom>
          <a:noFill/>
        </p:spPr>
        <p:txBody>
          <a:bodyPr>
            <a:spAutoFit/>
          </a:bodyPr>
          <a:lstStyle/>
          <a:p>
            <a:pPr>
              <a:defRPr/>
            </a:pPr>
            <a:r>
              <a:rPr lang="zh-TW" altLang="en-US" sz="3600" dirty="0">
                <a:solidFill>
                  <a:schemeClr val="bg1"/>
                </a:solidFill>
                <a:effectLst>
                  <a:outerShdw blurRad="38100" dist="38100" dir="2700000" algn="tl">
                    <a:srgbClr val="C0C0C0"/>
                  </a:outerShdw>
                </a:effectLst>
                <a:latin typeface="Microsoft JhengHei" pitchFamily="34" charset="-120"/>
                <a:ea typeface="Microsoft JhengHei" pitchFamily="34" charset="-120"/>
              </a:rPr>
              <a:t>内容大纲</a:t>
            </a:r>
            <a:endParaRPr lang="zh-TW" altLang="zh-TW" sz="3600" dirty="0">
              <a:solidFill>
                <a:schemeClr val="bg1"/>
              </a:solidFill>
              <a:effectLst>
                <a:outerShdw blurRad="38100" dist="38100" dir="2700000" algn="tl">
                  <a:srgbClr val="C0C0C0"/>
                </a:outerShdw>
              </a:effectLst>
              <a:latin typeface="Microsoft JhengHei" pitchFamily="34" charset="-120"/>
              <a:ea typeface="Microsoft JhengHei" pitchFamily="34" charset="-120"/>
            </a:endParaRPr>
          </a:p>
        </p:txBody>
      </p:sp>
      <p:sp>
        <p:nvSpPr>
          <p:cNvPr id="8" name="矩形 7"/>
          <p:cNvSpPr/>
          <p:nvPr/>
        </p:nvSpPr>
        <p:spPr>
          <a:xfrm>
            <a:off x="539750" y="1773238"/>
            <a:ext cx="8135938" cy="4751387"/>
          </a:xfrm>
          <a:prstGeom prst="rect">
            <a:avLst/>
          </a:prstGeom>
          <a:noFill/>
          <a:ln>
            <a:solidFill>
              <a:srgbClr val="CE342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solidFill>
                <a:srgbClr val="FFFFFF"/>
              </a:solidFill>
            </a:endParaRPr>
          </a:p>
        </p:txBody>
      </p:sp>
      <p:pic>
        <p:nvPicPr>
          <p:cNvPr id="31748" name="圖片 8" descr="數字價值_P.png"/>
          <p:cNvPicPr>
            <a:picLocks noChangeAspect="1"/>
          </p:cNvPicPr>
          <p:nvPr/>
        </p:nvPicPr>
        <p:blipFill>
          <a:blip r:embed="rId1"/>
          <a:srcRect/>
          <a:stretch>
            <a:fillRect/>
          </a:stretch>
        </p:blipFill>
        <p:spPr bwMode="auto">
          <a:xfrm>
            <a:off x="4787900" y="4652963"/>
            <a:ext cx="3268663" cy="720725"/>
          </a:xfrm>
          <a:prstGeom prst="rect">
            <a:avLst/>
          </a:prstGeom>
          <a:noFill/>
          <a:ln w="9525">
            <a:noFill/>
            <a:miter lim="800000"/>
            <a:headEnd/>
            <a:tailEnd/>
          </a:ln>
        </p:spPr>
      </p:pic>
      <p:sp>
        <p:nvSpPr>
          <p:cNvPr id="9" name="矩形 8"/>
          <p:cNvSpPr/>
          <p:nvPr/>
        </p:nvSpPr>
        <p:spPr>
          <a:xfrm>
            <a:off x="1071563" y="1928813"/>
            <a:ext cx="6215062" cy="3108325"/>
          </a:xfrm>
          <a:prstGeom prst="rect">
            <a:avLst/>
          </a:prstGeom>
        </p:spPr>
        <p:txBody>
          <a:bodyPr>
            <a:spAutoFit/>
          </a:bodyPr>
          <a:lstStyle/>
          <a:p>
            <a:pPr lvl="1">
              <a:buFont typeface="Wingdings" pitchFamily="2" charset="2"/>
              <a:buChar char="n"/>
              <a:defRPr/>
            </a:pPr>
            <a:r>
              <a:rPr lang="zh-CN" altLang="en-US" sz="2800" dirty="0">
                <a:solidFill>
                  <a:schemeClr val="tx2">
                    <a:lumMod val="60000"/>
                    <a:lumOff val="40000"/>
                  </a:schemeClr>
                </a:solidFill>
                <a:latin typeface="黑体" pitchFamily="2" charset="-122"/>
                <a:ea typeface="黑体" pitchFamily="2" charset="-122"/>
              </a:rPr>
              <a:t>系统概述</a:t>
            </a:r>
            <a:endParaRPr lang="en-US" altLang="zh-CN" sz="2800" dirty="0">
              <a:solidFill>
                <a:schemeClr val="tx2">
                  <a:lumMod val="60000"/>
                  <a:lumOff val="40000"/>
                </a:schemeClr>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系统主</a:t>
            </a:r>
            <a:r>
              <a:rPr lang="zh-TW" altLang="en-US" sz="2800" dirty="0">
                <a:solidFill>
                  <a:srgbClr val="0D0D0D"/>
                </a:solidFill>
                <a:latin typeface="黑体" pitchFamily="2" charset="-122"/>
                <a:ea typeface="黑体" pitchFamily="2" charset="-122"/>
              </a:rPr>
              <a:t>作业</a:t>
            </a:r>
            <a:r>
              <a:rPr lang="zh-CN" altLang="en-US" sz="2800" dirty="0">
                <a:solidFill>
                  <a:srgbClr val="0D0D0D"/>
                </a:solidFill>
                <a:latin typeface="黑体" pitchFamily="2" charset="-122"/>
                <a:ea typeface="黑体" pitchFamily="2" charset="-122"/>
              </a:rPr>
              <a:t>流程说明</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基础资料准备</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smtClean="0">
                <a:solidFill>
                  <a:srgbClr val="0D0D0D"/>
                </a:solidFill>
                <a:latin typeface="黑体" pitchFamily="2" charset="-122"/>
                <a:ea typeface="黑体" pitchFamily="2" charset="-122"/>
              </a:rPr>
              <a:t>日常作业操作</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管理报表应用说明</a:t>
            </a:r>
            <a:endParaRPr lang="zh-CN" altLang="en-US"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期初开账资料准备说明</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实例操作讲解</a:t>
            </a:r>
            <a:endParaRPr lang="zh-CN" altLang="en-US" sz="2800" dirty="0">
              <a:solidFill>
                <a:srgbClr val="0D0D0D"/>
              </a:solidFill>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文字方塊 1"/>
          <p:cNvSpPr txBox="1">
            <a:spLocks noChangeArrowheads="1"/>
          </p:cNvSpPr>
          <p:nvPr/>
        </p:nvSpPr>
        <p:spPr bwMode="auto">
          <a:xfrm>
            <a:off x="0" y="715963"/>
            <a:ext cx="9144000" cy="646112"/>
          </a:xfrm>
          <a:prstGeom prst="rect">
            <a:avLst/>
          </a:prstGeom>
          <a:noFill/>
          <a:ln w="9525">
            <a:noFill/>
            <a:miter lim="800000"/>
          </a:ln>
        </p:spPr>
        <p:txBody>
          <a:bodyPr>
            <a:spAutoFit/>
          </a:bodyPr>
          <a:lstStyle/>
          <a:p>
            <a:pPr algn="ctr"/>
            <a:r>
              <a:rPr lang="zh-TW" altLang="en-US" sz="3600" b="1">
                <a:latin typeface="Microsoft JhengHei" pitchFamily="34" charset="-120"/>
                <a:ea typeface="Microsoft JhengHei" pitchFamily="34" charset="-120"/>
              </a:rPr>
              <a:t>系统概述</a:t>
            </a:r>
            <a:endParaRPr lang="zh-TW" altLang="en-US" sz="3600" b="1">
              <a:latin typeface="Microsoft JhengHei" pitchFamily="34" charset="-120"/>
              <a:ea typeface="Microsoft JhengHei" pitchFamily="34" charset="-120"/>
            </a:endParaRPr>
          </a:p>
        </p:txBody>
      </p:sp>
      <p:sp>
        <p:nvSpPr>
          <p:cNvPr id="6" name="矩形 5"/>
          <p:cNvSpPr/>
          <p:nvPr/>
        </p:nvSpPr>
        <p:spPr>
          <a:xfrm>
            <a:off x="515938" y="1484313"/>
            <a:ext cx="8135937" cy="5040312"/>
          </a:xfrm>
          <a:prstGeom prst="rect">
            <a:avLst/>
          </a:prstGeom>
          <a:noFill/>
          <a:ln>
            <a:solidFill>
              <a:srgbClr val="CE342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solidFill>
                <a:srgbClr val="FFFFFF"/>
              </a:solidFill>
            </a:endParaRPr>
          </a:p>
        </p:txBody>
      </p:sp>
      <p:sp>
        <p:nvSpPr>
          <p:cNvPr id="32772" name="文字方塊 6"/>
          <p:cNvSpPr txBox="1">
            <a:spLocks noChangeArrowheads="1"/>
          </p:cNvSpPr>
          <p:nvPr/>
        </p:nvSpPr>
        <p:spPr bwMode="auto">
          <a:xfrm>
            <a:off x="944563" y="1557338"/>
            <a:ext cx="7056437" cy="1816100"/>
          </a:xfrm>
          <a:prstGeom prst="rect">
            <a:avLst/>
          </a:prstGeom>
          <a:noFill/>
          <a:ln w="9525">
            <a:noFill/>
            <a:miter lim="800000"/>
          </a:ln>
        </p:spPr>
        <p:txBody>
          <a:bodyPr>
            <a:spAutoFit/>
          </a:bodyPr>
          <a:lstStyle/>
          <a:p>
            <a:pPr>
              <a:buFont typeface="Wingdings" pitchFamily="2" charset="2"/>
              <a:buChar char="u"/>
            </a:pPr>
            <a:r>
              <a:rPr lang="zh-TW" altLang="en-US" sz="2800">
                <a:latin typeface="Microsoft JhengHei" pitchFamily="34" charset="-120"/>
                <a:ea typeface="Microsoft JhengHei" pitchFamily="34" charset="-120"/>
              </a:rPr>
              <a:t>系统目的</a:t>
            </a:r>
            <a:endParaRPr lang="en-US" altLang="zh-TW" sz="2800">
              <a:latin typeface="Microsoft JhengHei" pitchFamily="34" charset="-120"/>
              <a:ea typeface="Microsoft JhengHei" pitchFamily="34" charset="-120"/>
            </a:endParaRPr>
          </a:p>
          <a:p>
            <a:pPr>
              <a:buFont typeface="Wingdings" pitchFamily="2" charset="2"/>
              <a:buChar char="u"/>
            </a:pPr>
            <a:r>
              <a:rPr lang="zh-TW" altLang="en-US" sz="2800">
                <a:latin typeface="Microsoft JhengHei" pitchFamily="34" charset="-120"/>
                <a:ea typeface="Microsoft JhengHei" pitchFamily="34" charset="-120"/>
              </a:rPr>
              <a:t>系统特色</a:t>
            </a:r>
            <a:endParaRPr lang="en-US" altLang="zh-TW" sz="2800">
              <a:latin typeface="Microsoft JhengHei" pitchFamily="34" charset="-120"/>
              <a:ea typeface="Microsoft JhengHei" pitchFamily="34" charset="-120"/>
            </a:endParaRPr>
          </a:p>
          <a:p>
            <a:pPr>
              <a:buFont typeface="Wingdings" pitchFamily="2" charset="2"/>
              <a:buChar char="u"/>
            </a:pPr>
            <a:r>
              <a:rPr lang="zh-TW" altLang="en-US" sz="2800">
                <a:latin typeface="Microsoft JhengHei" pitchFamily="34" charset="-120"/>
                <a:ea typeface="Microsoft JhengHei" pitchFamily="34" charset="-120"/>
              </a:rPr>
              <a:t>系统关联说明</a:t>
            </a:r>
            <a:endParaRPr lang="en-US" altLang="zh-TW" sz="2800">
              <a:latin typeface="Microsoft JhengHei" pitchFamily="34" charset="-120"/>
              <a:ea typeface="Microsoft JhengHei" pitchFamily="34" charset="-120"/>
            </a:endParaRPr>
          </a:p>
          <a:p>
            <a:pPr>
              <a:buFont typeface="Wingdings" pitchFamily="2" charset="2"/>
              <a:buChar char="u"/>
            </a:pPr>
            <a:r>
              <a:rPr lang="zh-TW" altLang="en-US" sz="2800">
                <a:latin typeface="Microsoft JhengHei" pitchFamily="34" charset="-120"/>
                <a:ea typeface="Microsoft JhengHei" pitchFamily="34" charset="-120"/>
              </a:rPr>
              <a:t>系统应用前提</a:t>
            </a:r>
            <a:endParaRPr lang="zh-TW" altLang="en-US" sz="2800">
              <a:latin typeface="Microsoft JhengHei" pitchFamily="34" charset="-120"/>
              <a:ea typeface="Microsoft JhengHei" pitchFamily="34" charset="-12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文字方塊 1"/>
          <p:cNvSpPr txBox="1">
            <a:spLocks noChangeArrowheads="1"/>
          </p:cNvSpPr>
          <p:nvPr/>
        </p:nvSpPr>
        <p:spPr bwMode="auto">
          <a:xfrm>
            <a:off x="0" y="715963"/>
            <a:ext cx="9144000" cy="646112"/>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系统</a:t>
            </a:r>
            <a:r>
              <a:rPr lang="zh-TW" altLang="en-US" sz="3600" b="1" dirty="0" smtClean="0">
                <a:latin typeface="Microsoft JhengHei" pitchFamily="34" charset="-120"/>
                <a:ea typeface="Microsoft JhengHei" pitchFamily="34" charset="-120"/>
              </a:rPr>
              <a:t>目的</a:t>
            </a:r>
            <a:endParaRPr lang="zh-TW" altLang="en-US" sz="3600" b="1" dirty="0">
              <a:latin typeface="Microsoft JhengHei" pitchFamily="34" charset="-120"/>
              <a:ea typeface="Microsoft JhengHei" pitchFamily="34" charset="-120"/>
            </a:endParaRPr>
          </a:p>
        </p:txBody>
      </p:sp>
      <p:graphicFrame>
        <p:nvGraphicFramePr>
          <p:cNvPr id="8" name="图示 7"/>
          <p:cNvGraphicFramePr/>
          <p:nvPr/>
        </p:nvGraphicFramePr>
        <p:xfrm>
          <a:off x="571472" y="1735380"/>
          <a:ext cx="8072494" cy="45511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文字方塊 1"/>
          <p:cNvSpPr txBox="1">
            <a:spLocks noChangeArrowheads="1"/>
          </p:cNvSpPr>
          <p:nvPr/>
        </p:nvSpPr>
        <p:spPr bwMode="auto">
          <a:xfrm>
            <a:off x="0" y="692468"/>
            <a:ext cx="9144000" cy="646112"/>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系统</a:t>
            </a:r>
            <a:r>
              <a:rPr lang="zh-TW" altLang="en-US" sz="3600" b="1" dirty="0" smtClean="0">
                <a:latin typeface="Microsoft JhengHei" pitchFamily="34" charset="-120"/>
                <a:ea typeface="Microsoft JhengHei" pitchFamily="34" charset="-120"/>
              </a:rPr>
              <a:t>特色</a:t>
            </a:r>
            <a:endParaRPr lang="zh-TW" altLang="en-US" sz="3600" b="1" dirty="0">
              <a:latin typeface="Microsoft JhengHei" pitchFamily="34" charset="-120"/>
              <a:ea typeface="Microsoft JhengHei" pitchFamily="34" charset="-120"/>
            </a:endParaRPr>
          </a:p>
        </p:txBody>
      </p:sp>
      <p:graphicFrame>
        <p:nvGraphicFramePr>
          <p:cNvPr id="7" name="图示 6"/>
          <p:cNvGraphicFramePr/>
          <p:nvPr/>
        </p:nvGraphicFramePr>
        <p:xfrm>
          <a:off x="468179" y="1556372"/>
          <a:ext cx="8496944" cy="500066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bldLst>
      <p:bldGraphic spid="7" grpId="0">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文字方塊 1"/>
          <p:cNvSpPr txBox="1">
            <a:spLocks noChangeArrowheads="1"/>
          </p:cNvSpPr>
          <p:nvPr/>
        </p:nvSpPr>
        <p:spPr bwMode="auto">
          <a:xfrm>
            <a:off x="0" y="715963"/>
            <a:ext cx="9144000" cy="646112"/>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系统关联</a:t>
            </a:r>
            <a:r>
              <a:rPr lang="zh-TW" altLang="en-US" sz="3600" b="1" dirty="0" smtClean="0">
                <a:latin typeface="Microsoft JhengHei" pitchFamily="34" charset="-120"/>
                <a:ea typeface="Microsoft JhengHei" pitchFamily="34" charset="-120"/>
              </a:rPr>
              <a:t>说明</a:t>
            </a:r>
            <a:endParaRPr lang="zh-TW" altLang="en-US" sz="3600" b="1" dirty="0">
              <a:latin typeface="Microsoft JhengHei" pitchFamily="34" charset="-120"/>
              <a:ea typeface="Microsoft JhengHei" pitchFamily="34" charset="-120"/>
            </a:endParaRPr>
          </a:p>
        </p:txBody>
      </p:sp>
      <p:sp>
        <p:nvSpPr>
          <p:cNvPr id="4" name="AutoShape 3"/>
          <p:cNvSpPr>
            <a:spLocks noChangeArrowheads="1"/>
          </p:cNvSpPr>
          <p:nvPr/>
        </p:nvSpPr>
        <p:spPr bwMode="auto">
          <a:xfrm>
            <a:off x="3492500" y="2708920"/>
            <a:ext cx="2159000" cy="758825"/>
          </a:xfrm>
          <a:prstGeom prst="flowChartMagneticDrum">
            <a:avLst/>
          </a:prstGeom>
        </p:spPr>
        <p:style>
          <a:lnRef idx="1">
            <a:schemeClr val="accent2"/>
          </a:lnRef>
          <a:fillRef idx="2">
            <a:schemeClr val="accent2"/>
          </a:fillRef>
          <a:effectRef idx="1">
            <a:schemeClr val="accent2"/>
          </a:effectRef>
          <a:fontRef idx="minor">
            <a:schemeClr val="dk1"/>
          </a:fontRef>
        </p:style>
        <p:txBody>
          <a:bodyPr wrap="none" lIns="92075" tIns="46038" rIns="92075" bIns="46038" anchor="ctr"/>
          <a:lstStyle/>
          <a:p>
            <a:pPr algn="ctr" eaLnBrk="0" hangingPunct="0">
              <a:defRPr/>
            </a:pPr>
            <a:r>
              <a:rPr lang="en-US" altLang="zh-CN" sz="2000" b="1" dirty="0" smtClean="0">
                <a:latin typeface="+mn-ea"/>
              </a:rPr>
              <a:t>BOM</a:t>
            </a:r>
            <a:endParaRPr lang="en-US" altLang="zh-CN" sz="2000" b="1" dirty="0">
              <a:latin typeface="+mn-ea"/>
            </a:endParaRPr>
          </a:p>
        </p:txBody>
      </p:sp>
      <p:graphicFrame>
        <p:nvGraphicFramePr>
          <p:cNvPr id="6" name="表格 5"/>
          <p:cNvGraphicFramePr>
            <a:graphicFrameLocks noGrp="1"/>
          </p:cNvGraphicFramePr>
          <p:nvPr/>
        </p:nvGraphicFramePr>
        <p:xfrm>
          <a:off x="3563888" y="4293096"/>
          <a:ext cx="1944687" cy="2103120"/>
        </p:xfrm>
        <a:graphic>
          <a:graphicData uri="http://schemas.openxmlformats.org/drawingml/2006/table">
            <a:tbl>
              <a:tblPr/>
              <a:tblGrid>
                <a:gridCol w="1944687"/>
              </a:tblGrid>
              <a:tr h="36036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SimSun" pitchFamily="2" charset="-122"/>
                          <a:ea typeface="SimSun" pitchFamily="2" charset="-122"/>
                        </a:rPr>
                        <a:t>工单管理</a:t>
                      </a:r>
                      <a:endParaRPr kumimoji="0" lang="zh-TW" altLang="en-US" sz="1800" b="1" i="0" u="none" strike="noStrike" cap="none" normalizeH="0" baseline="0" dirty="0" smtClean="0">
                        <a:ln>
                          <a:noFill/>
                        </a:ln>
                        <a:solidFill>
                          <a:schemeClr val="tx1"/>
                        </a:solidFill>
                        <a:effectLst/>
                        <a:latin typeface="SimSun" pitchFamily="2" charset="-122"/>
                        <a:ea typeface="SimSun"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9999FF"/>
                    </a:solidFill>
                  </a:tcPr>
                </a:tc>
              </a:tr>
              <a:tr h="900113">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l"/>
                      </a:pPr>
                      <a:r>
                        <a:rPr kumimoji="0" lang="zh-CN" altLang="en-US" sz="1800" b="0" i="0" u="none" strike="noStrike" cap="none" normalizeH="0" baseline="0" dirty="0" smtClean="0">
                          <a:ln>
                            <a:noFill/>
                          </a:ln>
                          <a:solidFill>
                            <a:srgbClr val="000000"/>
                          </a:solidFill>
                          <a:effectLst/>
                          <a:latin typeface="Calibri" pitchFamily="34" charset="0"/>
                          <a:ea typeface="新細明體" pitchFamily="18" charset="-120"/>
                        </a:rPr>
                        <a:t>工</a:t>
                      </a:r>
                      <a:r>
                        <a:rPr kumimoji="0" lang="zh-TW" altLang="en-US" sz="1800" b="0" i="0" u="none" strike="noStrike" cap="none" normalizeH="0" baseline="0" dirty="0" smtClean="0">
                          <a:ln>
                            <a:noFill/>
                          </a:ln>
                          <a:solidFill>
                            <a:srgbClr val="000000"/>
                          </a:solidFill>
                          <a:effectLst/>
                          <a:latin typeface="Calibri" pitchFamily="34" charset="0"/>
                          <a:ea typeface="新細明體" pitchFamily="18" charset="-120"/>
                        </a:rPr>
                        <a:t>单</a:t>
                      </a:r>
                      <a:endParaRPr kumimoji="0" lang="en-US" altLang="zh-TW" sz="1800" b="0" i="0" u="none" strike="noStrike" cap="none" normalizeH="0" baseline="0" dirty="0" smtClean="0">
                        <a:ln>
                          <a:noFill/>
                        </a:ln>
                        <a:solidFill>
                          <a:srgbClr val="000000"/>
                        </a:solidFill>
                        <a:effectLst/>
                        <a:latin typeface="Calibri" pitchFamily="34" charset="0"/>
                        <a:ea typeface="新細明體" pitchFamily="18" charset="-120"/>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l"/>
                      </a:pPr>
                      <a:r>
                        <a:rPr kumimoji="0" lang="zh-TW" altLang="en-US" sz="1800" b="0" i="0" u="none" strike="noStrike" cap="none" normalizeH="0" baseline="0" dirty="0" smtClean="0">
                          <a:ln>
                            <a:noFill/>
                          </a:ln>
                          <a:solidFill>
                            <a:srgbClr val="000000"/>
                          </a:solidFill>
                          <a:effectLst/>
                          <a:latin typeface="Calibri" pitchFamily="34" charset="0"/>
                          <a:ea typeface="新細明體" pitchFamily="18" charset="-120"/>
                        </a:rPr>
                        <a:t>工单变更单</a:t>
                      </a:r>
                      <a:endParaRPr kumimoji="0" lang="en-US" altLang="zh-TW" sz="1800" b="0" i="0" u="none" strike="noStrike" cap="none" normalizeH="0" baseline="0" dirty="0" smtClean="0">
                        <a:ln>
                          <a:noFill/>
                        </a:ln>
                        <a:solidFill>
                          <a:srgbClr val="000000"/>
                        </a:solidFill>
                        <a:effectLst/>
                        <a:latin typeface="Calibri" pitchFamily="34" charset="0"/>
                        <a:ea typeface="新細明體" pitchFamily="18" charset="-120"/>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l"/>
                      </a:pPr>
                      <a:r>
                        <a:rPr kumimoji="0" lang="zh-TW" altLang="en-US" sz="1800" b="0" i="0" u="none" strike="noStrike" cap="none" normalizeH="0" baseline="0" dirty="0" smtClean="0">
                          <a:ln>
                            <a:noFill/>
                          </a:ln>
                          <a:solidFill>
                            <a:srgbClr val="000000"/>
                          </a:solidFill>
                          <a:effectLst/>
                          <a:latin typeface="Calibri" pitchFamily="34" charset="0"/>
                          <a:ea typeface="新細明體" pitchFamily="18" charset="-120"/>
                        </a:rPr>
                        <a:t>领料申请单</a:t>
                      </a:r>
                      <a:endParaRPr kumimoji="0" lang="en-US" altLang="zh-TW" sz="1800" b="0" i="0" u="none" strike="noStrike" cap="none" normalizeH="0" baseline="0" dirty="0" smtClean="0">
                        <a:ln>
                          <a:noFill/>
                        </a:ln>
                        <a:solidFill>
                          <a:srgbClr val="000000"/>
                        </a:solidFill>
                        <a:effectLst/>
                        <a:latin typeface="Calibri" pitchFamily="34" charset="0"/>
                        <a:ea typeface="新細明體" pitchFamily="18" charset="-120"/>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l"/>
                      </a:pPr>
                      <a:r>
                        <a:rPr kumimoji="0" lang="zh-CN" altLang="en-US" sz="1800" b="0" i="0" u="none" strike="noStrike" cap="none" normalizeH="0" baseline="0" dirty="0" smtClean="0">
                          <a:ln>
                            <a:noFill/>
                          </a:ln>
                          <a:solidFill>
                            <a:srgbClr val="000000"/>
                          </a:solidFill>
                          <a:effectLst/>
                          <a:latin typeface="Calibri" pitchFamily="34" charset="0"/>
                          <a:ea typeface="新細明體" pitchFamily="18" charset="-120"/>
                        </a:rPr>
                        <a:t>领料</a:t>
                      </a:r>
                      <a:r>
                        <a:rPr kumimoji="0" lang="zh-TW" altLang="en-US" sz="1800" b="0" i="0" u="none" strike="noStrike" cap="none" normalizeH="0" baseline="0" dirty="0" smtClean="0">
                          <a:ln>
                            <a:noFill/>
                          </a:ln>
                          <a:solidFill>
                            <a:srgbClr val="000000"/>
                          </a:solidFill>
                          <a:effectLst/>
                          <a:latin typeface="Calibri" pitchFamily="34" charset="0"/>
                          <a:ea typeface="新細明體" pitchFamily="18" charset="-120"/>
                        </a:rPr>
                        <a:t>单</a:t>
                      </a:r>
                      <a:endParaRPr kumimoji="0" lang="en-US" altLang="zh-CN" sz="1800" b="0" i="0" u="none" strike="noStrike" cap="none" normalizeH="0" baseline="0" dirty="0" smtClean="0">
                        <a:ln>
                          <a:noFill/>
                        </a:ln>
                        <a:solidFill>
                          <a:srgbClr val="000000"/>
                        </a:solidFill>
                        <a:effectLst/>
                        <a:latin typeface="Calibri" pitchFamily="34" charset="0"/>
                        <a:ea typeface="新細明體" pitchFamily="18" charset="-120"/>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l"/>
                      </a:pPr>
                      <a:r>
                        <a:rPr kumimoji="0" lang="zh-TW" altLang="en-US" sz="1800" b="0" i="0" u="none" strike="noStrike" cap="none" normalizeH="0" baseline="0" dirty="0" smtClean="0">
                          <a:ln>
                            <a:noFill/>
                          </a:ln>
                          <a:solidFill>
                            <a:srgbClr val="000000"/>
                          </a:solidFill>
                          <a:effectLst/>
                          <a:latin typeface="Calibri" pitchFamily="34" charset="0"/>
                          <a:ea typeface="新細明體" pitchFamily="18" charset="-120"/>
                        </a:rPr>
                        <a:t>入库申请单</a:t>
                      </a:r>
                      <a:endParaRPr kumimoji="0" lang="en-US" altLang="zh-CN" sz="1800" b="0" i="0" u="none" strike="noStrike" cap="none" normalizeH="0" baseline="0" dirty="0" smtClean="0">
                        <a:ln>
                          <a:noFill/>
                        </a:ln>
                        <a:solidFill>
                          <a:srgbClr val="000000"/>
                        </a:solidFill>
                        <a:effectLst/>
                        <a:latin typeface="Calibri" pitchFamily="34" charset="0"/>
                        <a:ea typeface="新細明體" pitchFamily="18" charset="-120"/>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l"/>
                      </a:pPr>
                      <a:r>
                        <a:rPr kumimoji="0" lang="zh-CN" altLang="en-US" sz="1800" b="0" i="0" u="none" strike="noStrike" cap="none" normalizeH="0" baseline="0" dirty="0" smtClean="0">
                          <a:ln>
                            <a:noFill/>
                          </a:ln>
                          <a:solidFill>
                            <a:srgbClr val="000000"/>
                          </a:solidFill>
                          <a:effectLst/>
                          <a:latin typeface="Calibri" pitchFamily="34" charset="0"/>
                          <a:ea typeface="新細明體" pitchFamily="18" charset="-120"/>
                        </a:rPr>
                        <a:t>入库单</a:t>
                      </a:r>
                      <a:endParaRPr kumimoji="0" lang="zh-TW" altLang="en-US" sz="1800" b="0" i="0" u="none" strike="noStrike" cap="none" normalizeH="0" baseline="0" dirty="0" smtClean="0">
                        <a:ln>
                          <a:noFill/>
                        </a:ln>
                        <a:solidFill>
                          <a:srgbClr val="000000"/>
                        </a:solidFill>
                        <a:effectLst/>
                        <a:latin typeface="Calibri" pitchFamily="34" charset="0"/>
                        <a:ea typeface="新細明體" pitchFamily="18"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r>
            </a:tbl>
          </a:graphicData>
        </a:graphic>
      </p:graphicFrame>
      <p:graphicFrame>
        <p:nvGraphicFramePr>
          <p:cNvPr id="7" name="表格 6"/>
          <p:cNvGraphicFramePr>
            <a:graphicFrameLocks noGrp="1"/>
          </p:cNvGraphicFramePr>
          <p:nvPr/>
        </p:nvGraphicFramePr>
        <p:xfrm>
          <a:off x="899592" y="1628800"/>
          <a:ext cx="1944687" cy="908685"/>
        </p:xfrm>
        <a:graphic>
          <a:graphicData uri="http://schemas.openxmlformats.org/drawingml/2006/table">
            <a:tbl>
              <a:tblPr/>
              <a:tblGrid>
                <a:gridCol w="1944687"/>
              </a:tblGrid>
              <a:tr h="30321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新細明體" pitchFamily="18" charset="-120"/>
                          <a:ea typeface="SimSun-PUA" pitchFamily="2" charset="-122"/>
                        </a:rPr>
                        <a:t>销售</a:t>
                      </a:r>
                      <a:r>
                        <a:rPr kumimoji="0" lang="zh-TW" altLang="en-US" sz="1800" b="1" i="0" u="none" strike="noStrike" cap="none" normalizeH="0" baseline="0" dirty="0" smtClean="0">
                          <a:ln>
                            <a:noFill/>
                          </a:ln>
                          <a:solidFill>
                            <a:schemeClr val="tx1"/>
                          </a:solidFill>
                          <a:effectLst/>
                          <a:latin typeface="新細明體" pitchFamily="18" charset="-120"/>
                          <a:ea typeface="SimSun-PUA" pitchFamily="2" charset="-122"/>
                        </a:rPr>
                        <a:t>管</a:t>
                      </a:r>
                      <a:r>
                        <a:rPr kumimoji="0" lang="zh-CN" altLang="en-US" sz="1800" b="1" i="0" u="none" strike="noStrike" cap="none" normalizeH="0" baseline="0" dirty="0" smtClean="0">
                          <a:ln>
                            <a:noFill/>
                          </a:ln>
                          <a:solidFill>
                            <a:schemeClr val="tx1"/>
                          </a:solidFill>
                          <a:effectLst/>
                          <a:latin typeface="SimSun-PUA" pitchFamily="2" charset="-122"/>
                          <a:ea typeface="SimSun-PUA" pitchFamily="2" charset="-122"/>
                        </a:rPr>
                        <a:t>理</a:t>
                      </a:r>
                      <a:endParaRPr kumimoji="0" lang="zh-TW" altLang="en-US" sz="1800" b="1" i="0" u="none" strike="noStrike" cap="none" normalizeH="0" baseline="0" dirty="0" smtClean="0">
                        <a:ln>
                          <a:noFill/>
                        </a:ln>
                        <a:solidFill>
                          <a:srgbClr val="FFFFFF"/>
                        </a:solidFill>
                        <a:effectLst/>
                        <a:latin typeface="SimSun-PUA" pitchFamily="2" charset="-122"/>
                        <a:ea typeface="新細明體" pitchFamily="18"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9999FF"/>
                    </a:solidFill>
                  </a:tcPr>
                </a:tc>
              </a:tr>
              <a:tr h="542925">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l"/>
                      </a:pPr>
                      <a:r>
                        <a:rPr kumimoji="0" lang="zh-TW" altLang="en-US" sz="1800" b="0" i="0" u="none" strike="noStrike" cap="none" normalizeH="0" baseline="0" dirty="0" smtClean="0">
                          <a:ln>
                            <a:noFill/>
                          </a:ln>
                          <a:solidFill>
                            <a:srgbClr val="000000"/>
                          </a:solidFill>
                          <a:effectLst/>
                          <a:latin typeface="Calibri" pitchFamily="34" charset="0"/>
                          <a:ea typeface="新細明體" pitchFamily="18" charset="-120"/>
                        </a:rPr>
                        <a:t>销售订单</a:t>
                      </a:r>
                      <a:endParaRPr kumimoji="0" lang="en-US" altLang="zh-TW" sz="1800" b="0" i="0" u="none" strike="noStrike" cap="none" normalizeH="0" baseline="0" dirty="0" smtClean="0">
                        <a:ln>
                          <a:noFill/>
                        </a:ln>
                        <a:solidFill>
                          <a:srgbClr val="000000"/>
                        </a:solidFill>
                        <a:effectLst/>
                        <a:latin typeface="Calibri" pitchFamily="34" charset="0"/>
                        <a:ea typeface="新細明體" pitchFamily="18"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r>
            </a:tbl>
          </a:graphicData>
        </a:graphic>
      </p:graphicFrame>
      <p:graphicFrame>
        <p:nvGraphicFramePr>
          <p:cNvPr id="8" name="表格 7"/>
          <p:cNvGraphicFramePr>
            <a:graphicFrameLocks noGrp="1"/>
          </p:cNvGraphicFramePr>
          <p:nvPr/>
        </p:nvGraphicFramePr>
        <p:xfrm>
          <a:off x="899592" y="3645025"/>
          <a:ext cx="1944216" cy="923422"/>
        </p:xfrm>
        <a:graphic>
          <a:graphicData uri="http://schemas.openxmlformats.org/drawingml/2006/table">
            <a:tbl>
              <a:tblPr/>
              <a:tblGrid>
                <a:gridCol w="1944216"/>
              </a:tblGrid>
              <a:tr h="30643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SimSun" pitchFamily="2" charset="-122"/>
                          <a:ea typeface="SimSun" pitchFamily="2" charset="-122"/>
                        </a:rPr>
                        <a:t>存货</a:t>
                      </a:r>
                      <a:r>
                        <a:rPr kumimoji="0" lang="zh-TW" altLang="en-US" sz="1800" b="1" i="0" u="none" strike="noStrike" cap="none" normalizeH="0" baseline="0" dirty="0" smtClean="0">
                          <a:ln>
                            <a:noFill/>
                          </a:ln>
                          <a:solidFill>
                            <a:schemeClr val="tx1"/>
                          </a:solidFill>
                          <a:effectLst/>
                          <a:latin typeface="SimSun" pitchFamily="2" charset="-122"/>
                          <a:ea typeface="SimSun" pitchFamily="2" charset="-122"/>
                        </a:rPr>
                        <a:t>管理</a:t>
                      </a:r>
                      <a:endParaRPr kumimoji="0" lang="zh-TW" altLang="en-US" sz="1800" b="1" i="0" u="none" strike="noStrike" cap="none" normalizeH="0" baseline="0" dirty="0" smtClean="0">
                        <a:ln>
                          <a:noFill/>
                        </a:ln>
                        <a:solidFill>
                          <a:schemeClr val="tx1"/>
                        </a:solidFill>
                        <a:effectLst/>
                        <a:latin typeface="SimSun" pitchFamily="2" charset="-122"/>
                        <a:ea typeface="SimSun"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9999FF"/>
                    </a:solidFill>
                  </a:tcPr>
                </a:tc>
              </a:tr>
              <a:tr h="557662">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l"/>
                      </a:pPr>
                      <a:r>
                        <a:rPr kumimoji="0" lang="zh-TW" altLang="en-US" sz="1800" b="0" i="0" u="none" strike="noStrike" cap="none" normalizeH="0" baseline="0" dirty="0" smtClean="0">
                          <a:ln>
                            <a:noFill/>
                          </a:ln>
                          <a:solidFill>
                            <a:srgbClr val="000000"/>
                          </a:solidFill>
                          <a:effectLst/>
                          <a:latin typeface="SimSun" pitchFamily="2" charset="-122"/>
                          <a:ea typeface="SimSun" pitchFamily="2" charset="-122"/>
                        </a:rPr>
                        <a:t>品号</a:t>
                      </a:r>
                      <a:endParaRPr kumimoji="0" lang="en-US" altLang="zh-CN" sz="1800" b="0" i="0" u="none" strike="noStrike" cap="none" normalizeH="0" baseline="0" dirty="0" smtClean="0">
                        <a:ln>
                          <a:noFill/>
                        </a:ln>
                        <a:solidFill>
                          <a:srgbClr val="000000"/>
                        </a:solidFill>
                        <a:effectLst/>
                        <a:latin typeface="SimSun" pitchFamily="2" charset="-122"/>
                        <a:ea typeface="SimSun"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r>
            </a:tbl>
          </a:graphicData>
        </a:graphic>
      </p:graphicFrame>
      <p:graphicFrame>
        <p:nvGraphicFramePr>
          <p:cNvPr id="9" name="表格 8"/>
          <p:cNvGraphicFramePr>
            <a:graphicFrameLocks noGrp="1"/>
          </p:cNvGraphicFramePr>
          <p:nvPr/>
        </p:nvGraphicFramePr>
        <p:xfrm>
          <a:off x="6372200" y="3573016"/>
          <a:ext cx="1944687" cy="1554480"/>
        </p:xfrm>
        <a:graphic>
          <a:graphicData uri="http://schemas.openxmlformats.org/drawingml/2006/table">
            <a:tbl>
              <a:tblPr/>
              <a:tblGrid>
                <a:gridCol w="1944687"/>
              </a:tblGrid>
              <a:tr h="36036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SimSun" pitchFamily="2" charset="-122"/>
                          <a:ea typeface="SimSun" pitchFamily="2" charset="-122"/>
                        </a:rPr>
                        <a:t>采购管理</a:t>
                      </a:r>
                      <a:endParaRPr kumimoji="0" lang="zh-TW" altLang="en-US" sz="1800" b="1" i="0" u="none" strike="noStrike" cap="none" normalizeH="0" baseline="0" dirty="0" smtClean="0">
                        <a:ln>
                          <a:noFill/>
                        </a:ln>
                        <a:solidFill>
                          <a:srgbClr val="FFFFFF"/>
                        </a:solidFill>
                        <a:effectLst/>
                        <a:latin typeface="SimSun" pitchFamily="2" charset="-122"/>
                        <a:ea typeface="SimSun"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9999FF"/>
                    </a:solidFill>
                  </a:tcPr>
                </a:tc>
              </a:tr>
              <a:tr h="900113">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l"/>
                      </a:pPr>
                      <a:r>
                        <a:rPr kumimoji="0" lang="zh-TW" altLang="en-US" sz="1800" b="0" i="0" u="none" strike="noStrike" cap="none" normalizeH="0" baseline="0" dirty="0" smtClean="0">
                          <a:ln>
                            <a:noFill/>
                          </a:ln>
                          <a:solidFill>
                            <a:srgbClr val="000000"/>
                          </a:solidFill>
                          <a:effectLst/>
                          <a:latin typeface="Calibri" pitchFamily="34" charset="0"/>
                          <a:ea typeface="新細明體" pitchFamily="18" charset="-120"/>
                        </a:rPr>
                        <a:t>请购单</a:t>
                      </a:r>
                      <a:endParaRPr kumimoji="0" lang="en-US" altLang="zh-TW" sz="1800" b="0" i="0" u="none" strike="noStrike" cap="none" normalizeH="0" baseline="0" dirty="0" smtClean="0">
                        <a:ln>
                          <a:noFill/>
                        </a:ln>
                        <a:solidFill>
                          <a:srgbClr val="000000"/>
                        </a:solidFill>
                        <a:effectLst/>
                        <a:latin typeface="Calibri" pitchFamily="34" charset="0"/>
                        <a:ea typeface="新細明體" pitchFamily="18" charset="-120"/>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l"/>
                      </a:pPr>
                      <a:r>
                        <a:rPr kumimoji="0" lang="zh-CN" altLang="en-US" sz="1800" b="0" i="0" u="none" strike="noStrike" cap="none" normalizeH="0" baseline="0" dirty="0" smtClean="0">
                          <a:ln>
                            <a:noFill/>
                          </a:ln>
                          <a:solidFill>
                            <a:srgbClr val="000000"/>
                          </a:solidFill>
                          <a:effectLst/>
                          <a:latin typeface="Calibri" pitchFamily="34" charset="0"/>
                          <a:ea typeface="新細明體" pitchFamily="18" charset="-120"/>
                        </a:rPr>
                        <a:t>采购单</a:t>
                      </a:r>
                      <a:endParaRPr kumimoji="0" lang="en-US" altLang="zh-TW" sz="1800" b="0" i="0" u="none" strike="noStrike" cap="none" normalizeH="0" baseline="0" dirty="0" smtClean="0">
                        <a:ln>
                          <a:noFill/>
                        </a:ln>
                        <a:solidFill>
                          <a:srgbClr val="000000"/>
                        </a:solidFill>
                        <a:effectLst/>
                        <a:latin typeface="Calibri" pitchFamily="34" charset="0"/>
                        <a:ea typeface="新細明體" pitchFamily="18" charset="-120"/>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l"/>
                      </a:pPr>
                      <a:r>
                        <a:rPr kumimoji="0" lang="zh-TW" altLang="en-US" sz="1800" b="0" i="0" u="none" strike="noStrike" cap="none" normalizeH="0" baseline="0" dirty="0" smtClean="0">
                          <a:ln>
                            <a:noFill/>
                          </a:ln>
                          <a:solidFill>
                            <a:srgbClr val="000000"/>
                          </a:solidFill>
                          <a:effectLst/>
                          <a:latin typeface="Calibri" pitchFamily="34" charset="0"/>
                          <a:ea typeface="新細明體" pitchFamily="18" charset="-120"/>
                        </a:rPr>
                        <a:t>采购变更单</a:t>
                      </a:r>
                      <a:endParaRPr kumimoji="0" lang="en-US" altLang="zh-TW" sz="1800" b="0" i="0" u="none" strike="noStrike" cap="none" normalizeH="0" baseline="0" dirty="0" smtClean="0">
                        <a:ln>
                          <a:noFill/>
                        </a:ln>
                        <a:solidFill>
                          <a:srgbClr val="000000"/>
                        </a:solidFill>
                        <a:effectLst/>
                        <a:latin typeface="Calibri" pitchFamily="34" charset="0"/>
                        <a:ea typeface="新細明體" pitchFamily="18" charset="-120"/>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l"/>
                      </a:pPr>
                      <a:r>
                        <a:rPr kumimoji="0" lang="zh-CN" altLang="en-US" sz="1800" b="0" i="0" u="none" strike="noStrike" cap="none" normalizeH="0" baseline="0" dirty="0" smtClean="0">
                          <a:ln>
                            <a:noFill/>
                          </a:ln>
                          <a:solidFill>
                            <a:srgbClr val="000000"/>
                          </a:solidFill>
                          <a:effectLst/>
                          <a:latin typeface="Calibri" pitchFamily="34" charset="0"/>
                          <a:ea typeface="新細明體" pitchFamily="18" charset="-120"/>
                        </a:rPr>
                        <a:t>到货</a:t>
                      </a:r>
                      <a:r>
                        <a:rPr kumimoji="0" lang="zh-TW" altLang="en-US" sz="1800" b="0" i="0" u="none" strike="noStrike" cap="none" normalizeH="0" baseline="0" dirty="0" smtClean="0">
                          <a:ln>
                            <a:noFill/>
                          </a:ln>
                          <a:solidFill>
                            <a:srgbClr val="000000"/>
                          </a:solidFill>
                          <a:effectLst/>
                          <a:latin typeface="Calibri" pitchFamily="34" charset="0"/>
                          <a:ea typeface="新細明體" pitchFamily="18" charset="-120"/>
                        </a:rPr>
                        <a:t>单</a:t>
                      </a:r>
                      <a:endParaRPr kumimoji="0" lang="en-US" altLang="zh-TW" sz="1800" b="0" i="0" u="none" strike="noStrike" cap="none" normalizeH="0" baseline="0" dirty="0" smtClean="0">
                        <a:ln>
                          <a:noFill/>
                        </a:ln>
                        <a:solidFill>
                          <a:srgbClr val="000000"/>
                        </a:solidFill>
                        <a:effectLst/>
                        <a:latin typeface="Calibri" pitchFamily="34" charset="0"/>
                        <a:ea typeface="新細明體" pitchFamily="18"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r>
            </a:tbl>
          </a:graphicData>
        </a:graphic>
      </p:graphicFrame>
      <p:cxnSp>
        <p:nvCxnSpPr>
          <p:cNvPr id="10" name="圖案 13"/>
          <p:cNvCxnSpPr/>
          <p:nvPr/>
        </p:nvCxnSpPr>
        <p:spPr>
          <a:xfrm rot="5400000" flipH="1" flipV="1">
            <a:off x="5220382" y="1556482"/>
            <a:ext cx="720080" cy="1584796"/>
          </a:xfrm>
          <a:prstGeom prst="bentConnector2">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cxnSp>
        <p:nvCxnSpPr>
          <p:cNvPr id="11" name="圖案 25"/>
          <p:cNvCxnSpPr/>
          <p:nvPr/>
        </p:nvCxnSpPr>
        <p:spPr>
          <a:xfrm>
            <a:off x="5004048" y="3501008"/>
            <a:ext cx="1296146" cy="576066"/>
          </a:xfrm>
          <a:prstGeom prst="bentConnector3">
            <a:avLst>
              <a:gd name="adj1" fmla="val 2968"/>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cxnSp>
        <p:nvCxnSpPr>
          <p:cNvPr id="12" name="圖案 27"/>
          <p:cNvCxnSpPr/>
          <p:nvPr/>
        </p:nvCxnSpPr>
        <p:spPr>
          <a:xfrm rot="10800000" flipV="1">
            <a:off x="2843808" y="3501008"/>
            <a:ext cx="1224136" cy="504056"/>
          </a:xfrm>
          <a:prstGeom prst="bentConnector3">
            <a:avLst>
              <a:gd name="adj1" fmla="val -1458"/>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30"/>
          <p:cNvCxnSpPr/>
          <p:nvPr/>
        </p:nvCxnSpPr>
        <p:spPr>
          <a:xfrm rot="16200000" flipH="1">
            <a:off x="4159635" y="3913374"/>
            <a:ext cx="825351" cy="620"/>
          </a:xfrm>
          <a:prstGeom prst="straightConnector1">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cxnSp>
        <p:nvCxnSpPr>
          <p:cNvPr id="14" name="圖案 34"/>
          <p:cNvCxnSpPr/>
          <p:nvPr/>
        </p:nvCxnSpPr>
        <p:spPr>
          <a:xfrm rot="10800000">
            <a:off x="2843808" y="1988840"/>
            <a:ext cx="1439540" cy="720080"/>
          </a:xfrm>
          <a:prstGeom prst="bentConnector3">
            <a:avLst>
              <a:gd name="adj1" fmla="val -110"/>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5" name="表格 14"/>
          <p:cNvGraphicFramePr>
            <a:graphicFrameLocks noGrp="1"/>
          </p:cNvGraphicFramePr>
          <p:nvPr/>
        </p:nvGraphicFramePr>
        <p:xfrm>
          <a:off x="6300192" y="1628800"/>
          <a:ext cx="2160240" cy="1034098"/>
        </p:xfrm>
        <a:graphic>
          <a:graphicData uri="http://schemas.openxmlformats.org/drawingml/2006/table">
            <a:tbl>
              <a:tblPr/>
              <a:tblGrid>
                <a:gridCol w="2160240"/>
              </a:tblGrid>
              <a:tr h="3190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新細明體" pitchFamily="18" charset="-120"/>
                          <a:ea typeface="新細明體" pitchFamily="18" charset="-120"/>
                        </a:rPr>
                        <a:t>计划</a:t>
                      </a:r>
                      <a:r>
                        <a:rPr kumimoji="0" lang="zh-TW" altLang="en-US" sz="1800" b="1" i="0" u="none" strike="noStrike" cap="none" normalizeH="0" baseline="0" dirty="0" smtClean="0">
                          <a:ln>
                            <a:noFill/>
                          </a:ln>
                          <a:solidFill>
                            <a:schemeClr val="tx1"/>
                          </a:solidFill>
                          <a:effectLst/>
                          <a:latin typeface="SimSun" pitchFamily="2" charset="-122"/>
                          <a:ea typeface="SimSun" pitchFamily="2" charset="-122"/>
                        </a:rPr>
                        <a:t>管理系统</a:t>
                      </a:r>
                      <a:endParaRPr kumimoji="0" lang="zh-TW" altLang="en-US" sz="1800" b="1" i="0" u="none" strike="noStrike" cap="none" normalizeH="0" baseline="0" dirty="0" smtClean="0">
                        <a:ln>
                          <a:noFill/>
                        </a:ln>
                        <a:solidFill>
                          <a:schemeClr val="tx1"/>
                        </a:solidFill>
                        <a:effectLst/>
                        <a:latin typeface="SimSun" pitchFamily="2" charset="-122"/>
                        <a:ea typeface="SimSun"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9999FF"/>
                    </a:solidFill>
                  </a:tcPr>
                </a:tc>
              </a:tr>
              <a:tr h="668338">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l"/>
                      </a:pPr>
                      <a:r>
                        <a:rPr kumimoji="0" lang="en-US" altLang="zh-TW" sz="1600" b="0" i="0" u="none" strike="noStrike" cap="none" normalizeH="0" baseline="0" dirty="0" smtClean="0">
                          <a:ln>
                            <a:noFill/>
                          </a:ln>
                          <a:solidFill>
                            <a:srgbClr val="000000"/>
                          </a:solidFill>
                          <a:effectLst/>
                          <a:latin typeface="新細明體" pitchFamily="18" charset="-120"/>
                          <a:ea typeface="新細明體" pitchFamily="18" charset="-120"/>
                        </a:rPr>
                        <a:t>MPS</a:t>
                      </a:r>
                      <a:r>
                        <a:rPr kumimoji="0" lang="zh-TW" altLang="en-US" sz="1600" b="0" i="0" u="none" strike="noStrike" cap="none" normalizeH="0" baseline="0" dirty="0" smtClean="0">
                          <a:ln>
                            <a:noFill/>
                          </a:ln>
                          <a:solidFill>
                            <a:srgbClr val="000000"/>
                          </a:solidFill>
                          <a:effectLst/>
                          <a:latin typeface="新細明體" pitchFamily="18" charset="-120"/>
                          <a:ea typeface="新細明體" pitchFamily="18" charset="-120"/>
                        </a:rPr>
                        <a:t>生成</a:t>
                      </a:r>
                      <a:endParaRPr kumimoji="0" lang="en-US" altLang="zh-CN" sz="1600" b="0" i="0" u="none" strike="noStrike" cap="none" normalizeH="0" baseline="0" dirty="0" smtClean="0">
                        <a:ln>
                          <a:noFill/>
                        </a:ln>
                        <a:solidFill>
                          <a:srgbClr val="000000"/>
                        </a:solidFill>
                        <a:effectLst/>
                        <a:latin typeface="新細明體" pitchFamily="18" charset="-120"/>
                        <a:ea typeface="新細明體" pitchFamily="18" charset="-120"/>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l"/>
                      </a:pPr>
                      <a:r>
                        <a:rPr kumimoji="0" lang="en-US" altLang="zh-TW" sz="1600" b="0" i="0" u="none" strike="noStrike" cap="none" normalizeH="0" baseline="0" dirty="0" smtClean="0">
                          <a:ln>
                            <a:noFill/>
                          </a:ln>
                          <a:solidFill>
                            <a:srgbClr val="000000"/>
                          </a:solidFill>
                          <a:effectLst/>
                          <a:latin typeface="新細明體" pitchFamily="18" charset="-120"/>
                          <a:ea typeface="新細明體" pitchFamily="18" charset="-120"/>
                        </a:rPr>
                        <a:t>MRP</a:t>
                      </a:r>
                      <a:r>
                        <a:rPr kumimoji="0" lang="zh-TW" altLang="en-US" sz="1600" b="0" i="0" u="none" strike="noStrike" cap="none" normalizeH="0" baseline="0" dirty="0" smtClean="0">
                          <a:ln>
                            <a:noFill/>
                          </a:ln>
                          <a:solidFill>
                            <a:srgbClr val="000000"/>
                          </a:solidFill>
                          <a:effectLst/>
                          <a:latin typeface="新細明體" pitchFamily="18" charset="-120"/>
                          <a:ea typeface="新細明體" pitchFamily="18" charset="-120"/>
                        </a:rPr>
                        <a:t>生成</a:t>
                      </a:r>
                      <a:endParaRPr kumimoji="0" lang="en-US" altLang="zh-CN" sz="1600" b="0" i="0" u="none" strike="noStrike" cap="none" normalizeH="0" baseline="0" dirty="0" smtClean="0">
                        <a:ln>
                          <a:noFill/>
                        </a:ln>
                        <a:solidFill>
                          <a:srgbClr val="000000"/>
                        </a:solidFill>
                        <a:effectLst/>
                        <a:latin typeface="新細明體" pitchFamily="18" charset="-120"/>
                        <a:ea typeface="新細明體" pitchFamily="18"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文字方塊 1"/>
          <p:cNvSpPr txBox="1">
            <a:spLocks noChangeArrowheads="1"/>
          </p:cNvSpPr>
          <p:nvPr/>
        </p:nvSpPr>
        <p:spPr bwMode="auto">
          <a:xfrm>
            <a:off x="0" y="715963"/>
            <a:ext cx="9144000" cy="646112"/>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系统应用</a:t>
            </a:r>
            <a:r>
              <a:rPr lang="zh-TW" altLang="en-US" sz="3600" b="1" dirty="0" smtClean="0">
                <a:latin typeface="Microsoft JhengHei" pitchFamily="34" charset="-120"/>
                <a:ea typeface="Microsoft JhengHei" pitchFamily="34" charset="-120"/>
              </a:rPr>
              <a:t>前提</a:t>
            </a:r>
            <a:endParaRPr lang="zh-TW" altLang="en-US" sz="3600" b="1" dirty="0">
              <a:latin typeface="Microsoft JhengHei" pitchFamily="34" charset="-120"/>
              <a:ea typeface="Microsoft JhengHei" pitchFamily="34" charset="-120"/>
            </a:endParaRPr>
          </a:p>
        </p:txBody>
      </p:sp>
      <p:sp>
        <p:nvSpPr>
          <p:cNvPr id="40963" name="TextBox 6"/>
          <p:cNvSpPr txBox="1">
            <a:spLocks noChangeArrowheads="1"/>
          </p:cNvSpPr>
          <p:nvPr/>
        </p:nvSpPr>
        <p:spPr bwMode="auto">
          <a:xfrm>
            <a:off x="800100" y="1770063"/>
            <a:ext cx="3527425" cy="1815882"/>
          </a:xfrm>
          <a:prstGeom prst="rect">
            <a:avLst/>
          </a:prstGeom>
          <a:noFill/>
          <a:ln w="9525">
            <a:noFill/>
            <a:miter lim="800000"/>
          </a:ln>
        </p:spPr>
        <p:txBody>
          <a:bodyPr>
            <a:spAutoFit/>
          </a:bodyPr>
          <a:lstStyle/>
          <a:p>
            <a:pPr>
              <a:buFont typeface="Wingdings" pitchFamily="2" charset="2"/>
              <a:buChar char="Ø"/>
            </a:pPr>
            <a:r>
              <a:rPr lang="zh-CN" altLang="en-US" sz="2800" dirty="0" smtClean="0">
                <a:latin typeface="微软雅黑" pitchFamily="34" charset="-122"/>
                <a:ea typeface="微软雅黑" pitchFamily="34" charset="-122"/>
              </a:rPr>
              <a:t>公用信息子系统</a:t>
            </a:r>
            <a:endParaRPr lang="en-US" altLang="zh-CN" sz="2800" dirty="0" smtClean="0">
              <a:latin typeface="微软雅黑" pitchFamily="34" charset="-122"/>
              <a:ea typeface="微软雅黑" pitchFamily="34" charset="-122"/>
            </a:endParaRPr>
          </a:p>
          <a:p>
            <a:pPr>
              <a:buFont typeface="Wingdings" pitchFamily="2" charset="2"/>
              <a:buChar char="Ø"/>
            </a:pPr>
            <a:endParaRPr lang="en-US" altLang="zh-CN" sz="2800" dirty="0" smtClean="0">
              <a:latin typeface="微软雅黑" pitchFamily="34" charset="-122"/>
              <a:ea typeface="微软雅黑" pitchFamily="34" charset="-122"/>
            </a:endParaRPr>
          </a:p>
          <a:p>
            <a:pPr>
              <a:buFont typeface="Wingdings" pitchFamily="2" charset="2"/>
              <a:buChar char="Ø"/>
            </a:pPr>
            <a:r>
              <a:rPr lang="zh-CN" altLang="en-US" sz="2800" dirty="0" smtClean="0">
                <a:latin typeface="微软雅黑" pitchFamily="34" charset="-122"/>
                <a:ea typeface="微软雅黑" pitchFamily="34" charset="-122"/>
              </a:rPr>
              <a:t>存货管理子系统</a:t>
            </a:r>
            <a:endParaRPr lang="en-US" altLang="zh-CN" sz="2800" dirty="0" smtClean="0">
              <a:latin typeface="微软雅黑" pitchFamily="34" charset="-122"/>
              <a:ea typeface="微软雅黑" pitchFamily="34" charset="-122"/>
            </a:endParaRPr>
          </a:p>
          <a:p>
            <a:pPr>
              <a:buFont typeface="Wingdings" pitchFamily="2" charset="2"/>
              <a:buChar char="Ø"/>
            </a:pPr>
            <a:endParaRPr lang="en-US" altLang="zh-CN" sz="2800"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字方塊 1"/>
          <p:cNvSpPr txBox="1">
            <a:spLocks noChangeArrowheads="1"/>
          </p:cNvSpPr>
          <p:nvPr/>
        </p:nvSpPr>
        <p:spPr bwMode="auto">
          <a:xfrm>
            <a:off x="280988" y="476250"/>
            <a:ext cx="8820150" cy="646113"/>
          </a:xfrm>
          <a:prstGeom prst="rect">
            <a:avLst/>
          </a:prstGeom>
          <a:noFill/>
          <a:ln w="9525">
            <a:noFill/>
            <a:miter lim="800000"/>
          </a:ln>
        </p:spPr>
        <p:txBody>
          <a:bodyPr>
            <a:spAutoFit/>
          </a:bodyPr>
          <a:lstStyle/>
          <a:p>
            <a:pPr algn="ctr"/>
            <a:r>
              <a:rPr lang="zh-CN" altLang="en-US" sz="3600" b="1" dirty="0" smtClean="0">
                <a:latin typeface="SimSun" pitchFamily="2" charset="-122"/>
                <a:ea typeface="SimSun" pitchFamily="2" charset="-122"/>
              </a:rPr>
              <a:t>系统应用前提</a:t>
            </a:r>
            <a:r>
              <a:rPr lang="en-US" altLang="zh-CN" sz="3600" b="1" dirty="0" smtClean="0">
                <a:latin typeface="SimSun" pitchFamily="2" charset="-122"/>
                <a:ea typeface="SimSun" pitchFamily="2" charset="-122"/>
              </a:rPr>
              <a:t>-</a:t>
            </a:r>
            <a:r>
              <a:rPr lang="zh-CN" altLang="en-US" sz="3600" b="1" dirty="0" smtClean="0">
                <a:latin typeface="SimSun" pitchFamily="2" charset="-122"/>
                <a:ea typeface="SimSun" pitchFamily="2" charset="-122"/>
              </a:rPr>
              <a:t>前</a:t>
            </a:r>
            <a:r>
              <a:rPr lang="zh-CN" altLang="en-US" sz="3600" b="1" dirty="0">
                <a:latin typeface="SimSun" pitchFamily="2" charset="-122"/>
                <a:ea typeface="SimSun" pitchFamily="2" charset="-122"/>
              </a:rPr>
              <a:t>序作业</a:t>
            </a:r>
            <a:endParaRPr lang="zh-TW" altLang="en-US" sz="3600" b="1" dirty="0">
              <a:latin typeface="SimSun" pitchFamily="2" charset="-122"/>
              <a:ea typeface="SimSun" pitchFamily="2" charset="-122"/>
            </a:endParaRPr>
          </a:p>
        </p:txBody>
      </p:sp>
      <p:sp>
        <p:nvSpPr>
          <p:cNvPr id="14355" name="投影片編號版面配置區 2"/>
          <p:cNvSpPr txBox="1"/>
          <p:nvPr/>
        </p:nvSpPr>
        <p:spPr bwMode="auto">
          <a:xfrm>
            <a:off x="8550275" y="6383338"/>
            <a:ext cx="719138" cy="476250"/>
          </a:xfrm>
          <a:prstGeom prst="rect">
            <a:avLst/>
          </a:prstGeom>
          <a:noFill/>
          <a:ln w="9525">
            <a:noFill/>
            <a:miter lim="800000"/>
          </a:ln>
        </p:spPr>
        <p:txBody>
          <a:bodyPr/>
          <a:lstStyle/>
          <a:p>
            <a:fld id="{33C95D5F-41DC-4879-84EA-26E5726344B5}" type="slidenum">
              <a:rPr lang="en-US" altLang="zh-TW"/>
            </a:fld>
            <a:endParaRPr lang="en-US" altLang="zh-TW"/>
          </a:p>
        </p:txBody>
      </p:sp>
      <p:sp>
        <p:nvSpPr>
          <p:cNvPr id="17" name="圆角矩形 16"/>
          <p:cNvSpPr/>
          <p:nvPr/>
        </p:nvSpPr>
        <p:spPr>
          <a:xfrm>
            <a:off x="4522222" y="1555082"/>
            <a:ext cx="2232025" cy="4318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r>
              <a:rPr lang="zh-CN" altLang="en-US" dirty="0" smtClean="0">
                <a:solidFill>
                  <a:srgbClr val="000000"/>
                </a:solidFill>
              </a:rPr>
              <a:t>维护属性信息</a:t>
            </a:r>
            <a:endParaRPr lang="zh-CN" altLang="en-US" dirty="0">
              <a:solidFill>
                <a:srgbClr val="000000"/>
              </a:solidFill>
            </a:endParaRPr>
          </a:p>
        </p:txBody>
      </p:sp>
      <p:sp>
        <p:nvSpPr>
          <p:cNvPr id="20" name="圆角矩形 19"/>
          <p:cNvSpPr/>
          <p:nvPr/>
        </p:nvSpPr>
        <p:spPr>
          <a:xfrm>
            <a:off x="4522222" y="2203154"/>
            <a:ext cx="2232025" cy="4318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r>
              <a:rPr lang="zh-CN" altLang="en-US" dirty="0" smtClean="0">
                <a:solidFill>
                  <a:srgbClr val="000000"/>
                </a:solidFill>
              </a:rPr>
              <a:t>维护品号群组信息</a:t>
            </a:r>
            <a:endParaRPr lang="zh-CN" altLang="en-US" dirty="0">
              <a:solidFill>
                <a:srgbClr val="000000"/>
              </a:solidFill>
            </a:endParaRPr>
          </a:p>
        </p:txBody>
      </p:sp>
      <p:sp>
        <p:nvSpPr>
          <p:cNvPr id="27" name="圆角矩形 26"/>
          <p:cNvSpPr/>
          <p:nvPr/>
        </p:nvSpPr>
        <p:spPr>
          <a:xfrm>
            <a:off x="4522222" y="2923234"/>
            <a:ext cx="2232025" cy="4318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r>
              <a:rPr lang="zh-CN" altLang="en-US" dirty="0" smtClean="0">
                <a:solidFill>
                  <a:srgbClr val="000000"/>
                </a:solidFill>
              </a:rPr>
              <a:t>维护品号信息</a:t>
            </a:r>
            <a:endParaRPr lang="zh-CN" altLang="en-US" dirty="0">
              <a:solidFill>
                <a:srgbClr val="000000"/>
              </a:solidFill>
            </a:endParaRPr>
          </a:p>
        </p:txBody>
      </p:sp>
      <p:sp>
        <p:nvSpPr>
          <p:cNvPr id="28" name="圆角矩形 27"/>
          <p:cNvSpPr/>
          <p:nvPr/>
        </p:nvSpPr>
        <p:spPr>
          <a:xfrm>
            <a:off x="1785918" y="2923234"/>
            <a:ext cx="2232025" cy="4318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r>
              <a:rPr lang="zh-CN" altLang="en-US" dirty="0" smtClean="0">
                <a:solidFill>
                  <a:srgbClr val="000000"/>
                </a:solidFill>
              </a:rPr>
              <a:t>维护工厂信息</a:t>
            </a:r>
            <a:endParaRPr lang="zh-CN" altLang="en-US" dirty="0">
              <a:solidFill>
                <a:srgbClr val="000000"/>
              </a:solidFill>
            </a:endParaRPr>
          </a:p>
        </p:txBody>
      </p:sp>
      <p:sp>
        <p:nvSpPr>
          <p:cNvPr id="29" name="圆角矩形 28"/>
          <p:cNvSpPr/>
          <p:nvPr/>
        </p:nvSpPr>
        <p:spPr>
          <a:xfrm>
            <a:off x="1785918" y="2203154"/>
            <a:ext cx="2233613" cy="4318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r>
              <a:rPr lang="zh-CN" altLang="en-US" dirty="0" smtClean="0">
                <a:solidFill>
                  <a:srgbClr val="000000"/>
                </a:solidFill>
              </a:rPr>
              <a:t>维护工艺信息</a:t>
            </a:r>
            <a:endParaRPr lang="zh-CN" altLang="en-US" dirty="0">
              <a:solidFill>
                <a:srgbClr val="000000"/>
              </a:solidFill>
            </a:endParaRPr>
          </a:p>
        </p:txBody>
      </p:sp>
      <p:sp>
        <p:nvSpPr>
          <p:cNvPr id="30" name="圆角矩形 29"/>
          <p:cNvSpPr/>
          <p:nvPr/>
        </p:nvSpPr>
        <p:spPr>
          <a:xfrm>
            <a:off x="1785918" y="1555082"/>
            <a:ext cx="2232248" cy="4318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r>
              <a:rPr lang="zh-CN" altLang="en-US" dirty="0" smtClean="0">
                <a:solidFill>
                  <a:srgbClr val="000000"/>
                </a:solidFill>
              </a:rPr>
              <a:t>维护供应商信息</a:t>
            </a:r>
            <a:endParaRPr lang="zh-CN" altLang="en-US" dirty="0">
              <a:solidFill>
                <a:srgbClr val="000000"/>
              </a:solidFill>
            </a:endParaRPr>
          </a:p>
        </p:txBody>
      </p:sp>
      <p:sp>
        <p:nvSpPr>
          <p:cNvPr id="31" name="圆角矩形 19"/>
          <p:cNvSpPr/>
          <p:nvPr/>
        </p:nvSpPr>
        <p:spPr>
          <a:xfrm>
            <a:off x="4522222" y="3643314"/>
            <a:ext cx="2232025" cy="432048"/>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r>
              <a:rPr lang="zh-CN" altLang="en-US" dirty="0" smtClean="0">
                <a:solidFill>
                  <a:srgbClr val="000000"/>
                </a:solidFill>
              </a:rPr>
              <a:t>维护品号工厂信息</a:t>
            </a:r>
            <a:endParaRPr lang="zh-CN" altLang="en-US" dirty="0">
              <a:solidFill>
                <a:srgbClr val="000000"/>
              </a:solidFill>
            </a:endParaRPr>
          </a:p>
        </p:txBody>
      </p:sp>
      <p:sp>
        <p:nvSpPr>
          <p:cNvPr id="32" name="圆角矩形 19"/>
          <p:cNvSpPr/>
          <p:nvPr/>
        </p:nvSpPr>
        <p:spPr>
          <a:xfrm>
            <a:off x="1785918" y="3643314"/>
            <a:ext cx="2232025" cy="432048"/>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r>
              <a:rPr lang="zh-CN" altLang="en-US" smtClean="0">
                <a:solidFill>
                  <a:srgbClr val="000000"/>
                </a:solidFill>
              </a:rPr>
              <a:t>维护</a:t>
            </a:r>
            <a:r>
              <a:rPr lang="zh-TW" altLang="en-US" smtClean="0">
                <a:solidFill>
                  <a:srgbClr val="000000"/>
                </a:solidFill>
              </a:rPr>
              <a:t>行政单元信</a:t>
            </a:r>
            <a:r>
              <a:rPr lang="zh-CN" altLang="en-US" smtClean="0">
                <a:solidFill>
                  <a:srgbClr val="000000"/>
                </a:solidFill>
              </a:rPr>
              <a:t>息</a:t>
            </a:r>
            <a:endParaRPr lang="zh-CN" altLang="en-US" dirty="0">
              <a:solidFill>
                <a:srgbClr val="000000"/>
              </a:solidFill>
            </a:endParaRPr>
          </a:p>
        </p:txBody>
      </p:sp>
      <p:sp>
        <p:nvSpPr>
          <p:cNvPr id="33" name="圆角矩形 19"/>
          <p:cNvSpPr/>
          <p:nvPr/>
        </p:nvSpPr>
        <p:spPr>
          <a:xfrm>
            <a:off x="1785918" y="4363394"/>
            <a:ext cx="2232025" cy="432048"/>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r>
              <a:rPr lang="zh-CN" altLang="en-US" dirty="0" smtClean="0">
                <a:solidFill>
                  <a:srgbClr val="000000"/>
                </a:solidFill>
              </a:rPr>
              <a:t>维护员工信息</a:t>
            </a:r>
            <a:endParaRPr lang="zh-CN" altLang="en-US" dirty="0">
              <a:solidFill>
                <a:srgbClr val="000000"/>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1908175" y="665163"/>
            <a:ext cx="7235825" cy="646112"/>
          </a:xfrm>
          <a:prstGeom prst="rect">
            <a:avLst/>
          </a:prstGeom>
          <a:noFill/>
        </p:spPr>
        <p:txBody>
          <a:bodyPr>
            <a:spAutoFit/>
          </a:bodyPr>
          <a:lstStyle/>
          <a:p>
            <a:pPr>
              <a:defRPr/>
            </a:pPr>
            <a:r>
              <a:rPr lang="zh-TW" altLang="en-US" sz="3600" dirty="0">
                <a:solidFill>
                  <a:schemeClr val="bg1"/>
                </a:solidFill>
                <a:effectLst>
                  <a:outerShdw blurRad="38100" dist="38100" dir="2700000" algn="tl">
                    <a:srgbClr val="C0C0C0"/>
                  </a:outerShdw>
                </a:effectLst>
                <a:latin typeface="Microsoft JhengHei" pitchFamily="34" charset="-120"/>
                <a:ea typeface="Microsoft JhengHei" pitchFamily="34" charset="-120"/>
              </a:rPr>
              <a:t>内容大纲</a:t>
            </a:r>
            <a:endParaRPr lang="zh-TW" altLang="zh-TW" sz="3600" dirty="0">
              <a:solidFill>
                <a:schemeClr val="bg1"/>
              </a:solidFill>
              <a:effectLst>
                <a:outerShdw blurRad="38100" dist="38100" dir="2700000" algn="tl">
                  <a:srgbClr val="C0C0C0"/>
                </a:outerShdw>
              </a:effectLst>
              <a:latin typeface="Microsoft JhengHei" pitchFamily="34" charset="-120"/>
              <a:ea typeface="Microsoft JhengHei" pitchFamily="34" charset="-120"/>
            </a:endParaRPr>
          </a:p>
        </p:txBody>
      </p:sp>
      <p:sp>
        <p:nvSpPr>
          <p:cNvPr id="8" name="矩形 7"/>
          <p:cNvSpPr/>
          <p:nvPr/>
        </p:nvSpPr>
        <p:spPr>
          <a:xfrm>
            <a:off x="539750" y="1773238"/>
            <a:ext cx="8135938" cy="4751387"/>
          </a:xfrm>
          <a:prstGeom prst="rect">
            <a:avLst/>
          </a:prstGeom>
          <a:noFill/>
          <a:ln>
            <a:solidFill>
              <a:srgbClr val="CE342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solidFill>
                <a:srgbClr val="FFFFFF"/>
              </a:solidFill>
            </a:endParaRPr>
          </a:p>
        </p:txBody>
      </p:sp>
      <p:pic>
        <p:nvPicPr>
          <p:cNvPr id="41988" name="圖片 8" descr="數字價值_P.png"/>
          <p:cNvPicPr>
            <a:picLocks noChangeAspect="1"/>
          </p:cNvPicPr>
          <p:nvPr/>
        </p:nvPicPr>
        <p:blipFill>
          <a:blip r:embed="rId1"/>
          <a:srcRect/>
          <a:stretch>
            <a:fillRect/>
          </a:stretch>
        </p:blipFill>
        <p:spPr bwMode="auto">
          <a:xfrm>
            <a:off x="4787900" y="4652963"/>
            <a:ext cx="3268663" cy="720725"/>
          </a:xfrm>
          <a:prstGeom prst="rect">
            <a:avLst/>
          </a:prstGeom>
          <a:noFill/>
          <a:ln w="9525">
            <a:noFill/>
            <a:miter lim="800000"/>
            <a:headEnd/>
            <a:tailEnd/>
          </a:ln>
        </p:spPr>
      </p:pic>
      <p:sp>
        <p:nvSpPr>
          <p:cNvPr id="9" name="矩形 8"/>
          <p:cNvSpPr/>
          <p:nvPr/>
        </p:nvSpPr>
        <p:spPr>
          <a:xfrm>
            <a:off x="1071563" y="1928813"/>
            <a:ext cx="6215062" cy="3108325"/>
          </a:xfrm>
          <a:prstGeom prst="rect">
            <a:avLst/>
          </a:prstGeom>
        </p:spPr>
        <p:txBody>
          <a:bodyPr>
            <a:spAutoFit/>
          </a:bodyPr>
          <a:lstStyle/>
          <a:p>
            <a:pPr lvl="1">
              <a:buFont typeface="Wingdings" pitchFamily="2" charset="2"/>
              <a:buChar char="n"/>
              <a:defRPr/>
            </a:pPr>
            <a:r>
              <a:rPr lang="zh-CN" altLang="en-US" sz="2800" dirty="0">
                <a:solidFill>
                  <a:srgbClr val="0D0D0D"/>
                </a:solidFill>
                <a:latin typeface="黑体" pitchFamily="2" charset="-122"/>
                <a:ea typeface="黑体" pitchFamily="2" charset="-122"/>
              </a:rPr>
              <a:t>系统概述</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chemeClr val="tx2">
                    <a:lumMod val="60000"/>
                    <a:lumOff val="40000"/>
                  </a:schemeClr>
                </a:solidFill>
                <a:latin typeface="黑体" pitchFamily="2" charset="-122"/>
                <a:ea typeface="黑体" pitchFamily="2" charset="-122"/>
              </a:rPr>
              <a:t>系统主</a:t>
            </a:r>
            <a:r>
              <a:rPr lang="zh-TW" altLang="en-US" sz="2800" dirty="0">
                <a:solidFill>
                  <a:schemeClr val="tx2">
                    <a:lumMod val="60000"/>
                    <a:lumOff val="40000"/>
                  </a:schemeClr>
                </a:solidFill>
                <a:latin typeface="黑体" pitchFamily="2" charset="-122"/>
                <a:ea typeface="黑体" pitchFamily="2" charset="-122"/>
              </a:rPr>
              <a:t>作业</a:t>
            </a:r>
            <a:r>
              <a:rPr lang="zh-CN" altLang="en-US" sz="2800" dirty="0">
                <a:solidFill>
                  <a:schemeClr val="tx2">
                    <a:lumMod val="60000"/>
                    <a:lumOff val="40000"/>
                  </a:schemeClr>
                </a:solidFill>
                <a:latin typeface="黑体" pitchFamily="2" charset="-122"/>
                <a:ea typeface="黑体" pitchFamily="2" charset="-122"/>
              </a:rPr>
              <a:t>流程说明</a:t>
            </a:r>
            <a:endParaRPr lang="en-US" altLang="zh-CN" sz="2800" dirty="0">
              <a:solidFill>
                <a:schemeClr val="tx2">
                  <a:lumMod val="60000"/>
                  <a:lumOff val="40000"/>
                </a:schemeClr>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基础资料准备</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smtClean="0">
                <a:solidFill>
                  <a:srgbClr val="0D0D0D"/>
                </a:solidFill>
                <a:latin typeface="黑体" pitchFamily="2" charset="-122"/>
                <a:ea typeface="黑体" pitchFamily="2" charset="-122"/>
              </a:rPr>
              <a:t>日常作业操作</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管理报表应用说明</a:t>
            </a:r>
            <a:endParaRPr lang="zh-CN" altLang="en-US"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期初开账资料准备说明</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实例操作讲解</a:t>
            </a:r>
            <a:endParaRPr lang="zh-CN" altLang="en-US" sz="2800" dirty="0">
              <a:solidFill>
                <a:srgbClr val="0D0D0D"/>
              </a:solidFill>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文字方塊 1"/>
          <p:cNvSpPr txBox="1">
            <a:spLocks noChangeArrowheads="1"/>
          </p:cNvSpPr>
          <p:nvPr/>
        </p:nvSpPr>
        <p:spPr bwMode="auto">
          <a:xfrm>
            <a:off x="0" y="715963"/>
            <a:ext cx="9144000" cy="646112"/>
          </a:xfrm>
          <a:prstGeom prst="rect">
            <a:avLst/>
          </a:prstGeom>
          <a:noFill/>
          <a:ln w="9525">
            <a:noFill/>
            <a:miter lim="800000"/>
          </a:ln>
        </p:spPr>
        <p:txBody>
          <a:bodyPr>
            <a:spAutoFit/>
          </a:bodyPr>
          <a:lstStyle/>
          <a:p>
            <a:pPr algn="ctr"/>
            <a:r>
              <a:rPr lang="zh-TW" altLang="en-US" sz="3600" b="1">
                <a:latin typeface="Microsoft JhengHei" pitchFamily="34" charset="-120"/>
                <a:ea typeface="Microsoft JhengHei" pitchFamily="34" charset="-120"/>
              </a:rPr>
              <a:t>系统</a:t>
            </a:r>
            <a:r>
              <a:rPr lang="zh-CN" altLang="en-US" sz="3600">
                <a:solidFill>
                  <a:srgbClr val="0D0D0D"/>
                </a:solidFill>
                <a:latin typeface="SimHei" pitchFamily="49" charset="-122"/>
                <a:ea typeface="SimHei" pitchFamily="49" charset="-122"/>
              </a:rPr>
              <a:t>主</a:t>
            </a:r>
            <a:r>
              <a:rPr lang="zh-TW" altLang="en-US" sz="3600">
                <a:solidFill>
                  <a:srgbClr val="0D0D0D"/>
                </a:solidFill>
                <a:latin typeface="SimHei" pitchFamily="49" charset="-122"/>
                <a:ea typeface="SimHei" pitchFamily="49" charset="-122"/>
              </a:rPr>
              <a:t>作业</a:t>
            </a:r>
            <a:r>
              <a:rPr lang="zh-CN" altLang="en-US" sz="3600">
                <a:solidFill>
                  <a:srgbClr val="0D0D0D"/>
                </a:solidFill>
                <a:latin typeface="SimHei" pitchFamily="49" charset="-122"/>
                <a:ea typeface="SimHei" pitchFamily="49" charset="-122"/>
              </a:rPr>
              <a:t>流程说明</a:t>
            </a:r>
            <a:endParaRPr lang="zh-TW" altLang="en-US" sz="3600" b="1">
              <a:latin typeface="Microsoft JhengHei" pitchFamily="34" charset="-120"/>
              <a:ea typeface="Microsoft JhengHei" pitchFamily="34" charset="-120"/>
            </a:endParaRPr>
          </a:p>
        </p:txBody>
      </p:sp>
      <p:sp>
        <p:nvSpPr>
          <p:cNvPr id="6" name="矩形 5"/>
          <p:cNvSpPr/>
          <p:nvPr/>
        </p:nvSpPr>
        <p:spPr>
          <a:xfrm>
            <a:off x="515938" y="1484313"/>
            <a:ext cx="8135937" cy="5040312"/>
          </a:xfrm>
          <a:prstGeom prst="rect">
            <a:avLst/>
          </a:prstGeom>
          <a:noFill/>
          <a:ln>
            <a:solidFill>
              <a:srgbClr val="CE342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solidFill>
                <a:srgbClr val="FFFFFF"/>
              </a:solidFill>
            </a:endParaRPr>
          </a:p>
        </p:txBody>
      </p:sp>
      <p:sp>
        <p:nvSpPr>
          <p:cNvPr id="43012" name="文字方塊 6"/>
          <p:cNvSpPr txBox="1">
            <a:spLocks noChangeArrowheads="1"/>
          </p:cNvSpPr>
          <p:nvPr/>
        </p:nvSpPr>
        <p:spPr bwMode="auto">
          <a:xfrm>
            <a:off x="944563" y="1557338"/>
            <a:ext cx="7056437" cy="1384300"/>
          </a:xfrm>
          <a:prstGeom prst="rect">
            <a:avLst/>
          </a:prstGeom>
          <a:noFill/>
          <a:ln w="9525">
            <a:noFill/>
            <a:miter lim="800000"/>
          </a:ln>
        </p:spPr>
        <p:txBody>
          <a:bodyPr>
            <a:spAutoFit/>
          </a:bodyPr>
          <a:lstStyle/>
          <a:p>
            <a:pPr>
              <a:buFont typeface="Wingdings" pitchFamily="2" charset="2"/>
              <a:buChar char="u"/>
            </a:pPr>
            <a:r>
              <a:rPr lang="zh-TW" altLang="en-US" sz="2800">
                <a:latin typeface="Microsoft JhengHei" pitchFamily="34" charset="-120"/>
                <a:ea typeface="Microsoft JhengHei" pitchFamily="34" charset="-120"/>
              </a:rPr>
              <a:t>系统导航图</a:t>
            </a:r>
            <a:endParaRPr lang="en-US" altLang="zh-TW" sz="2800">
              <a:latin typeface="Microsoft JhengHei" pitchFamily="34" charset="-120"/>
              <a:ea typeface="Microsoft JhengHei" pitchFamily="34" charset="-120"/>
            </a:endParaRPr>
          </a:p>
          <a:p>
            <a:pPr>
              <a:buFont typeface="Wingdings" pitchFamily="2" charset="2"/>
              <a:buChar char="u"/>
            </a:pPr>
            <a:r>
              <a:rPr lang="zh-TW" altLang="en-US" sz="2800">
                <a:latin typeface="Microsoft JhengHei" pitchFamily="34" charset="-120"/>
                <a:ea typeface="Microsoft JhengHei" pitchFamily="34" charset="-120"/>
              </a:rPr>
              <a:t>系统功能图</a:t>
            </a:r>
            <a:endParaRPr lang="en-US" altLang="zh-TW" sz="2800">
              <a:latin typeface="Microsoft JhengHei" pitchFamily="34" charset="-120"/>
              <a:ea typeface="Microsoft JhengHei" pitchFamily="34" charset="-120"/>
            </a:endParaRPr>
          </a:p>
          <a:p>
            <a:pPr>
              <a:buFont typeface="Wingdings" pitchFamily="2" charset="2"/>
              <a:buChar char="u"/>
            </a:pPr>
            <a:r>
              <a:rPr lang="zh-TW" altLang="en-US" sz="2800">
                <a:latin typeface="Microsoft JhengHei" pitchFamily="34" charset="-120"/>
                <a:ea typeface="Microsoft JhengHei" pitchFamily="34" charset="-120"/>
              </a:rPr>
              <a:t>系统主作业说明</a:t>
            </a:r>
            <a:endParaRPr lang="en-US" altLang="zh-TW" sz="2800">
              <a:latin typeface="Microsoft JhengHei" pitchFamily="34" charset="-120"/>
              <a:ea typeface="Microsoft JhengHei" pitchFamily="34" charset="-12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文字方塊 1"/>
          <p:cNvSpPr txBox="1">
            <a:spLocks noChangeArrowheads="1"/>
          </p:cNvSpPr>
          <p:nvPr/>
        </p:nvSpPr>
        <p:spPr bwMode="auto">
          <a:xfrm>
            <a:off x="0" y="571500"/>
            <a:ext cx="9144000" cy="646113"/>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系统</a:t>
            </a:r>
            <a:r>
              <a:rPr lang="zh-TW" altLang="en-US" sz="3600" b="1" dirty="0" smtClean="0">
                <a:latin typeface="Microsoft JhengHei" pitchFamily="34" charset="-120"/>
                <a:ea typeface="Microsoft JhengHei" pitchFamily="34" charset="-120"/>
              </a:rPr>
              <a:t>导航图</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828040" y="1268730"/>
            <a:ext cx="7491500" cy="55080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文字方塊 1"/>
          <p:cNvSpPr txBox="1">
            <a:spLocks noChangeArrowheads="1"/>
          </p:cNvSpPr>
          <p:nvPr/>
        </p:nvSpPr>
        <p:spPr bwMode="auto">
          <a:xfrm>
            <a:off x="0" y="571500"/>
            <a:ext cx="9144000" cy="646113"/>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系统功能</a:t>
            </a:r>
            <a:r>
              <a:rPr lang="zh-TW" altLang="en-US" sz="3600" b="1" dirty="0" smtClean="0">
                <a:latin typeface="Microsoft JhengHei" pitchFamily="34" charset="-120"/>
                <a:ea typeface="Microsoft JhengHei" pitchFamily="34" charset="-120"/>
              </a:rPr>
              <a:t>图</a:t>
            </a:r>
            <a:endParaRPr lang="zh-TW" altLang="en-US" sz="3600" b="1" dirty="0">
              <a:latin typeface="Microsoft JhengHei" pitchFamily="34" charset="-120"/>
              <a:ea typeface="Microsoft JhengHei" pitchFamily="34" charset="-120"/>
            </a:endParaRPr>
          </a:p>
        </p:txBody>
      </p:sp>
      <p:grpSp>
        <p:nvGrpSpPr>
          <p:cNvPr id="44" name="组合 43"/>
          <p:cNvGrpSpPr/>
          <p:nvPr/>
        </p:nvGrpSpPr>
        <p:grpSpPr>
          <a:xfrm>
            <a:off x="107504" y="1268760"/>
            <a:ext cx="8117161" cy="5328916"/>
            <a:chOff x="107504" y="1268760"/>
            <a:chExt cx="8117161" cy="5328916"/>
          </a:xfrm>
        </p:grpSpPr>
        <p:sp>
          <p:nvSpPr>
            <p:cNvPr id="4" name="Rectangle 88"/>
            <p:cNvSpPr>
              <a:spLocks noChangeArrowheads="1"/>
            </p:cNvSpPr>
            <p:nvPr/>
          </p:nvSpPr>
          <p:spPr bwMode="auto">
            <a:xfrm>
              <a:off x="1753538" y="2013018"/>
              <a:ext cx="802238" cy="1212239"/>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lstStyle/>
            <a:p>
              <a:pPr algn="ctr"/>
              <a:r>
                <a:rPr lang="en-US" altLang="zh-TW" sz="1400" dirty="0" smtClean="0">
                  <a:solidFill>
                    <a:srgbClr val="000000"/>
                  </a:solidFill>
                </a:rPr>
                <a:t>E_ITEM/E_BOM</a:t>
              </a:r>
              <a:endParaRPr lang="zh-TW" altLang="en-US" sz="1400" dirty="0">
                <a:solidFill>
                  <a:srgbClr val="000000"/>
                </a:solidFill>
              </a:endParaRPr>
            </a:p>
          </p:txBody>
        </p:sp>
        <p:sp>
          <p:nvSpPr>
            <p:cNvPr id="5" name="Rectangle 88"/>
            <p:cNvSpPr>
              <a:spLocks noChangeArrowheads="1"/>
            </p:cNvSpPr>
            <p:nvPr/>
          </p:nvSpPr>
          <p:spPr bwMode="auto">
            <a:xfrm>
              <a:off x="2987824" y="1988840"/>
              <a:ext cx="1636441"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维护工程品号</a:t>
              </a:r>
              <a:endParaRPr lang="zh-TW" altLang="en-US" sz="1400" dirty="0">
                <a:solidFill>
                  <a:srgbClr val="000000"/>
                </a:solidFill>
              </a:endParaRPr>
            </a:p>
          </p:txBody>
        </p:sp>
        <p:sp>
          <p:nvSpPr>
            <p:cNvPr id="6" name="Rectangle 88"/>
            <p:cNvSpPr>
              <a:spLocks noChangeArrowheads="1"/>
            </p:cNvSpPr>
            <p:nvPr/>
          </p:nvSpPr>
          <p:spPr bwMode="auto">
            <a:xfrm>
              <a:off x="2987824" y="2654362"/>
              <a:ext cx="1636442"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维护工程</a:t>
              </a:r>
              <a:r>
                <a:rPr lang="en-US" altLang="zh-CN" sz="1400" dirty="0" smtClean="0">
                  <a:solidFill>
                    <a:srgbClr val="000000"/>
                  </a:solidFill>
                </a:rPr>
                <a:t>BOM</a:t>
              </a:r>
              <a:endParaRPr lang="zh-TW" altLang="en-US" sz="1400" dirty="0">
                <a:solidFill>
                  <a:srgbClr val="000000"/>
                </a:solidFill>
              </a:endParaRPr>
            </a:p>
          </p:txBody>
        </p:sp>
        <p:cxnSp>
          <p:nvCxnSpPr>
            <p:cNvPr id="7" name="肘形连接符 6"/>
            <p:cNvCxnSpPr>
              <a:stCxn id="4" idx="3"/>
              <a:endCxn id="5" idx="1"/>
            </p:cNvCxnSpPr>
            <p:nvPr/>
          </p:nvCxnSpPr>
          <p:spPr>
            <a:xfrm flipV="1">
              <a:off x="2555776" y="2169022"/>
              <a:ext cx="432048" cy="450116"/>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肘形连接符 7"/>
            <p:cNvCxnSpPr>
              <a:endCxn id="6" idx="1"/>
            </p:cNvCxnSpPr>
            <p:nvPr/>
          </p:nvCxnSpPr>
          <p:spPr>
            <a:xfrm>
              <a:off x="2555776" y="2492896"/>
              <a:ext cx="432048" cy="34164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9" name="Rectangle 88"/>
            <p:cNvSpPr>
              <a:spLocks noChangeArrowheads="1"/>
            </p:cNvSpPr>
            <p:nvPr/>
          </p:nvSpPr>
          <p:spPr bwMode="auto">
            <a:xfrm>
              <a:off x="1753538" y="1268760"/>
              <a:ext cx="648000" cy="576000"/>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lstStyle/>
            <a:p>
              <a:pPr algn="ctr"/>
              <a:r>
                <a:rPr lang="zh-CN" altLang="en-US" sz="1400" dirty="0" smtClean="0">
                  <a:solidFill>
                    <a:srgbClr val="000000"/>
                  </a:solidFill>
                </a:rPr>
                <a:t>基础设置</a:t>
              </a:r>
              <a:endParaRPr lang="zh-TW" altLang="en-US" sz="1400" dirty="0">
                <a:solidFill>
                  <a:srgbClr val="000000"/>
                </a:solidFill>
              </a:endParaRPr>
            </a:p>
          </p:txBody>
        </p:sp>
        <p:sp>
          <p:nvSpPr>
            <p:cNvPr id="10" name="Rectangle 88"/>
            <p:cNvSpPr>
              <a:spLocks noChangeArrowheads="1"/>
            </p:cNvSpPr>
            <p:nvPr/>
          </p:nvSpPr>
          <p:spPr bwMode="auto">
            <a:xfrm>
              <a:off x="1740553" y="3444410"/>
              <a:ext cx="648000" cy="1101848"/>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lstStyle/>
            <a:p>
              <a:pPr algn="ctr"/>
              <a:r>
                <a:rPr lang="en-US" altLang="zh-TW" sz="1400" dirty="0" smtClean="0">
                  <a:solidFill>
                    <a:srgbClr val="000000"/>
                  </a:solidFill>
                </a:rPr>
                <a:t>BOM</a:t>
              </a:r>
              <a:endParaRPr lang="zh-TW" altLang="en-US" sz="1400" dirty="0">
                <a:solidFill>
                  <a:srgbClr val="000000"/>
                </a:solidFill>
              </a:endParaRPr>
            </a:p>
          </p:txBody>
        </p:sp>
        <p:sp>
          <p:nvSpPr>
            <p:cNvPr id="11" name="Rectangle 88"/>
            <p:cNvSpPr>
              <a:spLocks noChangeArrowheads="1"/>
            </p:cNvSpPr>
            <p:nvPr/>
          </p:nvSpPr>
          <p:spPr bwMode="auto">
            <a:xfrm>
              <a:off x="2987824" y="3357316"/>
              <a:ext cx="1584176"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a:t>
              </a:r>
              <a:r>
                <a:rPr lang="en-US" altLang="zh-CN" sz="1400" dirty="0" smtClean="0">
                  <a:solidFill>
                    <a:srgbClr val="000000"/>
                  </a:solidFill>
                </a:rPr>
                <a:t>BOM</a:t>
              </a:r>
              <a:r>
                <a:rPr lang="zh-CN" altLang="en-US" sz="1400" dirty="0" smtClean="0">
                  <a:solidFill>
                    <a:srgbClr val="000000"/>
                  </a:solidFill>
                </a:rPr>
                <a:t>信息</a:t>
              </a:r>
              <a:endParaRPr lang="zh-TW" altLang="en-US" sz="1400" dirty="0">
                <a:solidFill>
                  <a:srgbClr val="000000"/>
                </a:solidFill>
              </a:endParaRPr>
            </a:p>
          </p:txBody>
        </p:sp>
        <p:sp>
          <p:nvSpPr>
            <p:cNvPr id="12" name="Rectangle 88"/>
            <p:cNvSpPr>
              <a:spLocks noChangeArrowheads="1"/>
            </p:cNvSpPr>
            <p:nvPr/>
          </p:nvSpPr>
          <p:spPr bwMode="auto">
            <a:xfrm>
              <a:off x="2987824" y="3789364"/>
              <a:ext cx="1636442"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维护自动配置模板</a:t>
              </a:r>
              <a:endParaRPr lang="zh-TW" altLang="en-US" sz="1400" dirty="0" smtClean="0">
                <a:solidFill>
                  <a:srgbClr val="000000"/>
                </a:solidFill>
              </a:endParaRPr>
            </a:p>
            <a:p>
              <a:pPr algn="ctr"/>
              <a:endParaRPr lang="zh-TW" altLang="en-US" sz="1400" dirty="0">
                <a:solidFill>
                  <a:srgbClr val="000000"/>
                </a:solidFill>
              </a:endParaRPr>
            </a:p>
          </p:txBody>
        </p:sp>
        <p:cxnSp>
          <p:nvCxnSpPr>
            <p:cNvPr id="13" name="肘形连接符 12"/>
            <p:cNvCxnSpPr>
              <a:stCxn id="10" idx="3"/>
              <a:endCxn id="11" idx="1"/>
            </p:cNvCxnSpPr>
            <p:nvPr/>
          </p:nvCxnSpPr>
          <p:spPr>
            <a:xfrm flipV="1">
              <a:off x="2388553" y="3537498"/>
              <a:ext cx="599271" cy="457836"/>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肘形连接符 13"/>
            <p:cNvCxnSpPr>
              <a:stCxn id="10" idx="3"/>
              <a:endCxn id="12" idx="1"/>
            </p:cNvCxnSpPr>
            <p:nvPr/>
          </p:nvCxnSpPr>
          <p:spPr>
            <a:xfrm flipV="1">
              <a:off x="2388553" y="3969546"/>
              <a:ext cx="599271" cy="257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肘形连接符 14"/>
            <p:cNvCxnSpPr>
              <a:stCxn id="10" idx="3"/>
              <a:endCxn id="16" idx="1"/>
            </p:cNvCxnSpPr>
            <p:nvPr/>
          </p:nvCxnSpPr>
          <p:spPr>
            <a:xfrm>
              <a:off x="2388553" y="3995334"/>
              <a:ext cx="599271" cy="40690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Rectangle 88"/>
            <p:cNvSpPr>
              <a:spLocks noChangeArrowheads="1"/>
            </p:cNvSpPr>
            <p:nvPr/>
          </p:nvSpPr>
          <p:spPr bwMode="auto">
            <a:xfrm>
              <a:off x="2987824" y="4222060"/>
              <a:ext cx="1636441" cy="360364"/>
            </a:xfrm>
            <a:prstGeom prst="roundRect">
              <a:avLst/>
            </a:prstGeom>
            <a:solidFill>
              <a:schemeClr val="accent6">
                <a:lumMod val="40000"/>
                <a:lumOff val="60000"/>
              </a:schemeClr>
            </a:solidFill>
            <a:ln>
              <a:tailEnd type="none" w="sm" len="med"/>
            </a:ln>
          </p:spPr>
          <p:style>
            <a:lnRef idx="1">
              <a:schemeClr val="accent1"/>
            </a:lnRef>
            <a:fillRef idx="2">
              <a:schemeClr val="accent1"/>
            </a:fillRef>
            <a:effectRef idx="1">
              <a:schemeClr val="accent1"/>
            </a:effectRef>
            <a:fontRef idx="minor">
              <a:schemeClr val="dk1"/>
            </a:fontRef>
          </p:style>
          <p:txBody>
            <a:bodyPr/>
            <a:lstStyle/>
            <a:p>
              <a:pPr algn="ctr"/>
              <a:r>
                <a:rPr lang="zh-CN" altLang="en-US" sz="1400" dirty="0" smtClean="0">
                  <a:solidFill>
                    <a:srgbClr val="000000"/>
                  </a:solidFill>
                </a:rPr>
                <a:t>产品配置模拟</a:t>
              </a:r>
              <a:endParaRPr lang="zh-TW" altLang="en-US" sz="1400" dirty="0">
                <a:solidFill>
                  <a:srgbClr val="000000"/>
                </a:solidFill>
              </a:endParaRPr>
            </a:p>
          </p:txBody>
        </p:sp>
        <p:sp>
          <p:nvSpPr>
            <p:cNvPr id="17" name="Rectangle 88"/>
            <p:cNvSpPr>
              <a:spLocks noChangeArrowheads="1"/>
            </p:cNvSpPr>
            <p:nvPr/>
          </p:nvSpPr>
          <p:spPr bwMode="auto">
            <a:xfrm>
              <a:off x="4716016" y="2654362"/>
              <a:ext cx="1636441"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维护预备</a:t>
              </a:r>
              <a:r>
                <a:rPr lang="en-US" altLang="zh-CN" sz="1400" dirty="0" smtClean="0">
                  <a:solidFill>
                    <a:srgbClr val="000000"/>
                  </a:solidFill>
                </a:rPr>
                <a:t>BOM</a:t>
              </a:r>
              <a:endParaRPr lang="zh-TW" altLang="en-US" sz="1400" dirty="0">
                <a:solidFill>
                  <a:srgbClr val="000000"/>
                </a:solidFill>
              </a:endParaRPr>
            </a:p>
          </p:txBody>
        </p:sp>
        <p:sp>
          <p:nvSpPr>
            <p:cNvPr id="18" name="Rectangle 88"/>
            <p:cNvSpPr>
              <a:spLocks noChangeArrowheads="1"/>
            </p:cNvSpPr>
            <p:nvPr/>
          </p:nvSpPr>
          <p:spPr bwMode="auto">
            <a:xfrm>
              <a:off x="107504" y="2996952"/>
              <a:ext cx="1439392"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lstStyle/>
            <a:p>
              <a:pPr algn="ctr"/>
              <a:r>
                <a:rPr lang="en-US" altLang="zh-CN" sz="1400" dirty="0" smtClean="0">
                  <a:solidFill>
                    <a:srgbClr val="000000"/>
                  </a:solidFill>
                </a:rPr>
                <a:t>BOM</a:t>
              </a:r>
              <a:r>
                <a:rPr lang="zh-CN" altLang="en-US" sz="1400" dirty="0" smtClean="0">
                  <a:solidFill>
                    <a:srgbClr val="000000"/>
                  </a:solidFill>
                </a:rPr>
                <a:t>系统</a:t>
              </a:r>
              <a:endParaRPr lang="zh-TW" altLang="en-US" sz="1400" dirty="0">
                <a:solidFill>
                  <a:srgbClr val="000000"/>
                </a:solidFill>
              </a:endParaRPr>
            </a:p>
          </p:txBody>
        </p:sp>
        <p:cxnSp>
          <p:nvCxnSpPr>
            <p:cNvPr id="19" name="肘形连接符 18"/>
            <p:cNvCxnSpPr>
              <a:stCxn id="18" idx="3"/>
              <a:endCxn id="9" idx="1"/>
            </p:cNvCxnSpPr>
            <p:nvPr/>
          </p:nvCxnSpPr>
          <p:spPr>
            <a:xfrm flipV="1">
              <a:off x="1546896" y="1556760"/>
              <a:ext cx="206642" cy="162037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肘形连接符 121"/>
            <p:cNvCxnSpPr>
              <a:endCxn id="4" idx="1"/>
            </p:cNvCxnSpPr>
            <p:nvPr/>
          </p:nvCxnSpPr>
          <p:spPr>
            <a:xfrm rot="5400000" flipH="1" flipV="1">
              <a:off x="1479231" y="2686803"/>
              <a:ext cx="341972" cy="20664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18" idx="3"/>
              <a:endCxn id="10" idx="1"/>
            </p:cNvCxnSpPr>
            <p:nvPr/>
          </p:nvCxnSpPr>
          <p:spPr>
            <a:xfrm>
              <a:off x="1546896" y="3177134"/>
              <a:ext cx="193657" cy="8182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Rectangle 88"/>
            <p:cNvSpPr>
              <a:spLocks noChangeArrowheads="1"/>
            </p:cNvSpPr>
            <p:nvPr/>
          </p:nvSpPr>
          <p:spPr bwMode="auto">
            <a:xfrm>
              <a:off x="1756416" y="4942464"/>
              <a:ext cx="648000" cy="576000"/>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lstStyle/>
            <a:p>
              <a:pPr algn="ctr"/>
              <a:r>
                <a:rPr lang="en-US" altLang="zh-CN" sz="1400" dirty="0" smtClean="0">
                  <a:solidFill>
                    <a:srgbClr val="000000"/>
                  </a:solidFill>
                </a:rPr>
                <a:t>ECR/ECN</a:t>
              </a:r>
              <a:endParaRPr lang="zh-TW" altLang="en-US" sz="1400" dirty="0">
                <a:solidFill>
                  <a:srgbClr val="000000"/>
                </a:solidFill>
              </a:endParaRPr>
            </a:p>
          </p:txBody>
        </p:sp>
        <p:cxnSp>
          <p:nvCxnSpPr>
            <p:cNvPr id="23" name="肘形连接符 22"/>
            <p:cNvCxnSpPr>
              <a:stCxn id="18" idx="3"/>
              <a:endCxn id="22" idx="1"/>
            </p:cNvCxnSpPr>
            <p:nvPr/>
          </p:nvCxnSpPr>
          <p:spPr>
            <a:xfrm>
              <a:off x="1546896" y="3177134"/>
              <a:ext cx="209520" cy="205333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Rectangle 88"/>
            <p:cNvSpPr>
              <a:spLocks noChangeArrowheads="1"/>
            </p:cNvSpPr>
            <p:nvPr/>
          </p:nvSpPr>
          <p:spPr bwMode="auto">
            <a:xfrm>
              <a:off x="1753539" y="5999745"/>
              <a:ext cx="648000" cy="576000"/>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0"/>
            <a:lstStyle/>
            <a:p>
              <a:pPr algn="ctr"/>
              <a:r>
                <a:rPr lang="en-US" altLang="zh-CN" sz="1400" dirty="0" smtClean="0">
                  <a:solidFill>
                    <a:srgbClr val="000000"/>
                  </a:solidFill>
                </a:rPr>
                <a:t>AVL</a:t>
              </a:r>
              <a:endParaRPr lang="zh-TW" altLang="en-US" sz="1400" dirty="0">
                <a:solidFill>
                  <a:srgbClr val="000000"/>
                </a:solidFill>
              </a:endParaRPr>
            </a:p>
          </p:txBody>
        </p:sp>
        <p:cxnSp>
          <p:nvCxnSpPr>
            <p:cNvPr id="25" name="肘形连接符 24"/>
            <p:cNvCxnSpPr>
              <a:stCxn id="18" idx="3"/>
              <a:endCxn id="24" idx="1"/>
            </p:cNvCxnSpPr>
            <p:nvPr/>
          </p:nvCxnSpPr>
          <p:spPr>
            <a:xfrm>
              <a:off x="1546896" y="3177134"/>
              <a:ext cx="206643" cy="3110611"/>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Rectangle 88"/>
            <p:cNvSpPr>
              <a:spLocks noChangeArrowheads="1"/>
            </p:cNvSpPr>
            <p:nvPr/>
          </p:nvSpPr>
          <p:spPr bwMode="auto">
            <a:xfrm>
              <a:off x="4788024" y="3356992"/>
              <a:ext cx="1560131"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维护取替代料</a:t>
              </a:r>
              <a:endParaRPr lang="zh-TW" altLang="en-US" sz="1400" dirty="0">
                <a:solidFill>
                  <a:srgbClr val="000000"/>
                </a:solidFill>
              </a:endParaRPr>
            </a:p>
          </p:txBody>
        </p:sp>
        <p:sp>
          <p:nvSpPr>
            <p:cNvPr id="27" name="Rectangle 88"/>
            <p:cNvSpPr>
              <a:spLocks noChangeArrowheads="1"/>
            </p:cNvSpPr>
            <p:nvPr/>
          </p:nvSpPr>
          <p:spPr bwMode="auto">
            <a:xfrm>
              <a:off x="4691063" y="2013018"/>
              <a:ext cx="1636441"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维护预备品号</a:t>
              </a:r>
              <a:endParaRPr lang="zh-TW" altLang="en-US" sz="1400" dirty="0">
                <a:solidFill>
                  <a:srgbClr val="000000"/>
                </a:solidFill>
              </a:endParaRPr>
            </a:p>
          </p:txBody>
        </p:sp>
        <p:sp>
          <p:nvSpPr>
            <p:cNvPr id="28" name="Rectangle 88"/>
            <p:cNvSpPr>
              <a:spLocks noChangeArrowheads="1"/>
            </p:cNvSpPr>
            <p:nvPr/>
          </p:nvSpPr>
          <p:spPr bwMode="auto">
            <a:xfrm>
              <a:off x="4788024" y="3789364"/>
              <a:ext cx="1616684"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维护手动配置模板</a:t>
              </a:r>
              <a:endParaRPr lang="zh-TW" altLang="en-US" sz="1400" dirty="0">
                <a:solidFill>
                  <a:srgbClr val="000000"/>
                </a:solidFill>
              </a:endParaRPr>
            </a:p>
          </p:txBody>
        </p:sp>
        <p:sp>
          <p:nvSpPr>
            <p:cNvPr id="29" name="Rectangle 88"/>
            <p:cNvSpPr>
              <a:spLocks noChangeArrowheads="1"/>
            </p:cNvSpPr>
            <p:nvPr/>
          </p:nvSpPr>
          <p:spPr bwMode="auto">
            <a:xfrm>
              <a:off x="6516216" y="3789364"/>
              <a:ext cx="1616684"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维护产品配置约束</a:t>
              </a:r>
              <a:endParaRPr lang="zh-TW" altLang="en-US" sz="1400" dirty="0">
                <a:solidFill>
                  <a:srgbClr val="000000"/>
                </a:solidFill>
              </a:endParaRPr>
            </a:p>
          </p:txBody>
        </p:sp>
        <p:sp>
          <p:nvSpPr>
            <p:cNvPr id="30" name="Rectangle 88"/>
            <p:cNvSpPr>
              <a:spLocks noChangeArrowheads="1"/>
            </p:cNvSpPr>
            <p:nvPr/>
          </p:nvSpPr>
          <p:spPr bwMode="auto">
            <a:xfrm>
              <a:off x="3022097" y="1383174"/>
              <a:ext cx="1636441"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a:t>
              </a:r>
              <a:r>
                <a:rPr lang="en-US" altLang="zh-CN" sz="1400" dirty="0" smtClean="0">
                  <a:solidFill>
                    <a:srgbClr val="000000"/>
                  </a:solidFill>
                </a:rPr>
                <a:t>BOM</a:t>
              </a:r>
              <a:r>
                <a:rPr lang="zh-CN" altLang="en-US" sz="1400" dirty="0" smtClean="0">
                  <a:solidFill>
                    <a:srgbClr val="000000"/>
                  </a:solidFill>
                </a:rPr>
                <a:t>单据性质</a:t>
              </a:r>
              <a:endParaRPr lang="zh-TW" altLang="en-US" sz="1400" dirty="0">
                <a:solidFill>
                  <a:srgbClr val="000000"/>
                </a:solidFill>
              </a:endParaRPr>
            </a:p>
          </p:txBody>
        </p:sp>
        <p:sp>
          <p:nvSpPr>
            <p:cNvPr id="31" name="Rectangle 88"/>
            <p:cNvSpPr>
              <a:spLocks noChangeArrowheads="1"/>
            </p:cNvSpPr>
            <p:nvPr/>
          </p:nvSpPr>
          <p:spPr bwMode="auto">
            <a:xfrm>
              <a:off x="4807767" y="1379799"/>
              <a:ext cx="1636441"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维护产品生命周期</a:t>
              </a:r>
              <a:endParaRPr lang="zh-TW" altLang="en-US" sz="1400" dirty="0">
                <a:solidFill>
                  <a:srgbClr val="000000"/>
                </a:solidFill>
              </a:endParaRPr>
            </a:p>
          </p:txBody>
        </p:sp>
        <p:sp>
          <p:nvSpPr>
            <p:cNvPr id="32" name="Rectangle 88"/>
            <p:cNvSpPr>
              <a:spLocks noChangeArrowheads="1"/>
            </p:cNvSpPr>
            <p:nvPr/>
          </p:nvSpPr>
          <p:spPr bwMode="auto">
            <a:xfrm>
              <a:off x="6588224" y="1383174"/>
              <a:ext cx="1636441"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维护变更原因</a:t>
              </a:r>
              <a:endParaRPr lang="zh-TW" altLang="en-US" sz="1400" dirty="0">
                <a:solidFill>
                  <a:srgbClr val="000000"/>
                </a:solidFill>
              </a:endParaRPr>
            </a:p>
          </p:txBody>
        </p:sp>
        <p:sp>
          <p:nvSpPr>
            <p:cNvPr id="33" name="Rectangle 88"/>
            <p:cNvSpPr>
              <a:spLocks noChangeArrowheads="1"/>
            </p:cNvSpPr>
            <p:nvPr/>
          </p:nvSpPr>
          <p:spPr bwMode="auto">
            <a:xfrm>
              <a:off x="6516216" y="3356992"/>
              <a:ext cx="1636442"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维护取替代群组</a:t>
              </a:r>
              <a:endParaRPr lang="zh-TW" altLang="en-US" sz="1400" dirty="0">
                <a:solidFill>
                  <a:srgbClr val="000000"/>
                </a:solidFill>
              </a:endParaRPr>
            </a:p>
          </p:txBody>
        </p:sp>
        <p:sp>
          <p:nvSpPr>
            <p:cNvPr id="34" name="Rectangle 88"/>
            <p:cNvSpPr>
              <a:spLocks noChangeArrowheads="1"/>
            </p:cNvSpPr>
            <p:nvPr/>
          </p:nvSpPr>
          <p:spPr bwMode="auto">
            <a:xfrm>
              <a:off x="6516216" y="1988840"/>
              <a:ext cx="1636441" cy="360364"/>
            </a:xfrm>
            <a:prstGeom prst="roundRect">
              <a:avLst/>
            </a:prstGeom>
            <a:solidFill>
              <a:schemeClr val="accent6">
                <a:lumMod val="40000"/>
                <a:lumOff val="60000"/>
              </a:schemeClr>
            </a:solidFill>
            <a:ln>
              <a:tailEnd type="none" w="sm" len="med"/>
            </a:ln>
          </p:spPr>
          <p:style>
            <a:lnRef idx="1">
              <a:schemeClr val="accent1"/>
            </a:lnRef>
            <a:fillRef idx="2">
              <a:schemeClr val="accent1"/>
            </a:fillRef>
            <a:effectRef idx="1">
              <a:schemeClr val="accent1"/>
            </a:effectRef>
            <a:fontRef idx="minor">
              <a:schemeClr val="dk1"/>
            </a:fontRef>
          </p:style>
          <p:txBody>
            <a:bodyPr/>
            <a:lstStyle/>
            <a:p>
              <a:pPr algn="ctr"/>
              <a:r>
                <a:rPr lang="zh-CN" altLang="en-US" sz="1400" dirty="0" smtClean="0">
                  <a:solidFill>
                    <a:srgbClr val="000000"/>
                  </a:solidFill>
                </a:rPr>
                <a:t>生成正式品号</a:t>
              </a:r>
              <a:endParaRPr lang="zh-TW" altLang="en-US" sz="1400" dirty="0">
                <a:solidFill>
                  <a:srgbClr val="000000"/>
                </a:solidFill>
              </a:endParaRPr>
            </a:p>
          </p:txBody>
        </p:sp>
        <p:sp>
          <p:nvSpPr>
            <p:cNvPr id="35" name="Rectangle 88"/>
            <p:cNvSpPr>
              <a:spLocks noChangeArrowheads="1"/>
            </p:cNvSpPr>
            <p:nvPr/>
          </p:nvSpPr>
          <p:spPr bwMode="auto">
            <a:xfrm>
              <a:off x="6516216" y="2654362"/>
              <a:ext cx="1636441" cy="360364"/>
            </a:xfrm>
            <a:prstGeom prst="roundRect">
              <a:avLst/>
            </a:prstGeom>
            <a:solidFill>
              <a:schemeClr val="accent6">
                <a:lumMod val="40000"/>
                <a:lumOff val="60000"/>
              </a:schemeClr>
            </a:solidFill>
            <a:ln>
              <a:tailEnd type="none" w="sm" len="med"/>
            </a:ln>
          </p:spPr>
          <p:style>
            <a:lnRef idx="1">
              <a:schemeClr val="accent1"/>
            </a:lnRef>
            <a:fillRef idx="2">
              <a:schemeClr val="accent1"/>
            </a:fillRef>
            <a:effectRef idx="1">
              <a:schemeClr val="accent1"/>
            </a:effectRef>
            <a:fontRef idx="minor">
              <a:schemeClr val="dk1"/>
            </a:fontRef>
          </p:style>
          <p:txBody>
            <a:bodyPr/>
            <a:lstStyle/>
            <a:p>
              <a:pPr algn="ctr"/>
              <a:r>
                <a:rPr lang="zh-CN" altLang="en-US" sz="1400" dirty="0" smtClean="0">
                  <a:solidFill>
                    <a:srgbClr val="000000"/>
                  </a:solidFill>
                </a:rPr>
                <a:t>生成预备</a:t>
              </a:r>
              <a:r>
                <a:rPr lang="en-US" altLang="zh-CN" sz="1400" dirty="0" smtClean="0">
                  <a:solidFill>
                    <a:srgbClr val="000000"/>
                  </a:solidFill>
                </a:rPr>
                <a:t>BOM</a:t>
              </a:r>
              <a:endParaRPr lang="zh-TW" altLang="en-US" sz="1400" dirty="0">
                <a:solidFill>
                  <a:srgbClr val="000000"/>
                </a:solidFill>
              </a:endParaRPr>
            </a:p>
          </p:txBody>
        </p:sp>
        <p:cxnSp>
          <p:nvCxnSpPr>
            <p:cNvPr id="36" name="肘形连接符 35"/>
            <p:cNvCxnSpPr>
              <a:stCxn id="22" idx="3"/>
              <a:endCxn id="37" idx="1"/>
            </p:cNvCxnSpPr>
            <p:nvPr/>
          </p:nvCxnSpPr>
          <p:spPr>
            <a:xfrm flipV="1">
              <a:off x="2404416" y="4977334"/>
              <a:ext cx="583408" cy="25313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37" name="Rectangle 88"/>
            <p:cNvSpPr>
              <a:spLocks noChangeArrowheads="1"/>
            </p:cNvSpPr>
            <p:nvPr/>
          </p:nvSpPr>
          <p:spPr bwMode="auto">
            <a:xfrm>
              <a:off x="2987824" y="4797152"/>
              <a:ext cx="1584176"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a:t>
              </a:r>
              <a:r>
                <a:rPr lang="en-US" altLang="zh-CN" sz="1400" dirty="0" smtClean="0">
                  <a:solidFill>
                    <a:srgbClr val="000000"/>
                  </a:solidFill>
                </a:rPr>
                <a:t>ECR</a:t>
              </a:r>
              <a:endParaRPr lang="zh-TW" altLang="en-US" sz="1400" dirty="0">
                <a:solidFill>
                  <a:srgbClr val="000000"/>
                </a:solidFill>
              </a:endParaRPr>
            </a:p>
          </p:txBody>
        </p:sp>
        <p:sp>
          <p:nvSpPr>
            <p:cNvPr id="38" name="Rectangle 88"/>
            <p:cNvSpPr>
              <a:spLocks noChangeArrowheads="1"/>
            </p:cNvSpPr>
            <p:nvPr/>
          </p:nvSpPr>
          <p:spPr bwMode="auto">
            <a:xfrm>
              <a:off x="2987824" y="5229200"/>
              <a:ext cx="1636442"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a:t>
              </a:r>
              <a:r>
                <a:rPr lang="en-US" altLang="zh-CN" sz="1400" dirty="0" smtClean="0">
                  <a:solidFill>
                    <a:srgbClr val="000000"/>
                  </a:solidFill>
                </a:rPr>
                <a:t>ECN</a:t>
              </a:r>
              <a:endParaRPr lang="zh-TW" altLang="en-US" sz="1400" dirty="0" smtClean="0">
                <a:solidFill>
                  <a:srgbClr val="000000"/>
                </a:solidFill>
              </a:endParaRPr>
            </a:p>
            <a:p>
              <a:pPr algn="ctr"/>
              <a:endParaRPr lang="zh-TW" altLang="en-US" sz="1400" dirty="0">
                <a:solidFill>
                  <a:srgbClr val="000000"/>
                </a:solidFill>
              </a:endParaRPr>
            </a:p>
          </p:txBody>
        </p:sp>
        <p:cxnSp>
          <p:nvCxnSpPr>
            <p:cNvPr id="39" name="肘形连接符 38"/>
            <p:cNvCxnSpPr>
              <a:stCxn id="22" idx="3"/>
              <a:endCxn id="38" idx="1"/>
            </p:cNvCxnSpPr>
            <p:nvPr/>
          </p:nvCxnSpPr>
          <p:spPr>
            <a:xfrm>
              <a:off x="2404416" y="5230464"/>
              <a:ext cx="583408" cy="17891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肘形连接符 39"/>
            <p:cNvCxnSpPr>
              <a:stCxn id="24" idx="3"/>
              <a:endCxn id="41" idx="1"/>
            </p:cNvCxnSpPr>
            <p:nvPr/>
          </p:nvCxnSpPr>
          <p:spPr>
            <a:xfrm flipV="1">
              <a:off x="2401539" y="5985446"/>
              <a:ext cx="606027" cy="302299"/>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41" name="Rectangle 88"/>
            <p:cNvSpPr>
              <a:spLocks noChangeArrowheads="1"/>
            </p:cNvSpPr>
            <p:nvPr/>
          </p:nvSpPr>
          <p:spPr bwMode="auto">
            <a:xfrm>
              <a:off x="3007566" y="5805264"/>
              <a:ext cx="1584176"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维护品号认可信息</a:t>
              </a:r>
              <a:endParaRPr lang="zh-TW" altLang="en-US" sz="1400" dirty="0">
                <a:solidFill>
                  <a:srgbClr val="000000"/>
                </a:solidFill>
              </a:endParaRPr>
            </a:p>
          </p:txBody>
        </p:sp>
        <p:sp>
          <p:nvSpPr>
            <p:cNvPr id="42" name="Rectangle 88"/>
            <p:cNvSpPr>
              <a:spLocks noChangeArrowheads="1"/>
            </p:cNvSpPr>
            <p:nvPr/>
          </p:nvSpPr>
          <p:spPr bwMode="auto">
            <a:xfrm>
              <a:off x="3007566" y="6237312"/>
              <a:ext cx="1636442" cy="360364"/>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wrap="none"/>
            <a:lstStyle/>
            <a:p>
              <a:pPr algn="ctr"/>
              <a:r>
                <a:rPr lang="zh-CN" altLang="en-US" sz="1400" dirty="0" smtClean="0">
                  <a:solidFill>
                    <a:srgbClr val="000000"/>
                  </a:solidFill>
                </a:rPr>
                <a:t>维护品号认可变更</a:t>
              </a:r>
              <a:endParaRPr lang="zh-TW" altLang="en-US" sz="1400" dirty="0" smtClean="0">
                <a:solidFill>
                  <a:srgbClr val="000000"/>
                </a:solidFill>
              </a:endParaRPr>
            </a:p>
            <a:p>
              <a:pPr algn="ctr"/>
              <a:endParaRPr lang="zh-TW" altLang="en-US" sz="1400" dirty="0">
                <a:solidFill>
                  <a:srgbClr val="000000"/>
                </a:solidFill>
              </a:endParaRPr>
            </a:p>
          </p:txBody>
        </p:sp>
        <p:cxnSp>
          <p:nvCxnSpPr>
            <p:cNvPr id="43" name="肘形连接符 42"/>
            <p:cNvCxnSpPr>
              <a:stCxn id="24" idx="3"/>
              <a:endCxn id="42" idx="1"/>
            </p:cNvCxnSpPr>
            <p:nvPr/>
          </p:nvCxnSpPr>
          <p:spPr>
            <a:xfrm>
              <a:off x="2401539" y="6287745"/>
              <a:ext cx="606027" cy="129749"/>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文字方塊 1"/>
          <p:cNvSpPr txBox="1">
            <a:spLocks noChangeArrowheads="1"/>
          </p:cNvSpPr>
          <p:nvPr/>
        </p:nvSpPr>
        <p:spPr bwMode="auto">
          <a:xfrm>
            <a:off x="0" y="571500"/>
            <a:ext cx="9144000" cy="646113"/>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系统主作业</a:t>
            </a:r>
            <a:r>
              <a:rPr lang="zh-TW" altLang="en-US" sz="3600" b="1" dirty="0" smtClean="0">
                <a:latin typeface="Microsoft JhengHei" pitchFamily="34" charset="-120"/>
                <a:ea typeface="Microsoft JhengHei" pitchFamily="34" charset="-120"/>
              </a:rPr>
              <a:t>说明</a:t>
            </a:r>
            <a:endParaRPr lang="zh-TW" altLang="en-US" sz="3600" b="1" dirty="0">
              <a:latin typeface="Microsoft JhengHei" pitchFamily="34" charset="-120"/>
              <a:ea typeface="Microsoft JhengHei" pitchFamily="34" charset="-120"/>
            </a:endParaRPr>
          </a:p>
        </p:txBody>
      </p:sp>
      <p:grpSp>
        <p:nvGrpSpPr>
          <p:cNvPr id="38" name="组合 37"/>
          <p:cNvGrpSpPr/>
          <p:nvPr/>
        </p:nvGrpSpPr>
        <p:grpSpPr>
          <a:xfrm>
            <a:off x="857176" y="1247428"/>
            <a:ext cx="7674076" cy="5448668"/>
            <a:chOff x="755576" y="980728"/>
            <a:chExt cx="8136904" cy="5832648"/>
          </a:xfrm>
        </p:grpSpPr>
        <p:cxnSp>
          <p:nvCxnSpPr>
            <p:cNvPr id="5" name="直線單箭頭接點 54"/>
            <p:cNvCxnSpPr>
              <a:stCxn id="7" idx="2"/>
              <a:endCxn id="18" idx="0"/>
            </p:cNvCxnSpPr>
            <p:nvPr/>
          </p:nvCxnSpPr>
          <p:spPr>
            <a:xfrm rot="5400000">
              <a:off x="1839763" y="1916832"/>
              <a:ext cx="639939" cy="1"/>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4355976" y="1988840"/>
              <a:ext cx="2232248" cy="43204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1"/>
                  </a:solidFill>
                  <a:ea typeface="SimSun" pitchFamily="2" charset="-122"/>
                </a:rPr>
                <a:t>维护工程品号</a:t>
              </a:r>
              <a:endParaRPr lang="zh-TW" altLang="en-US" dirty="0"/>
            </a:p>
          </p:txBody>
        </p:sp>
        <p:sp>
          <p:nvSpPr>
            <p:cNvPr id="7" name="Text Box 3"/>
            <p:cNvSpPr txBox="1">
              <a:spLocks noChangeArrowheads="1"/>
            </p:cNvSpPr>
            <p:nvPr/>
          </p:nvSpPr>
          <p:spPr bwMode="auto">
            <a:xfrm>
              <a:off x="827584" y="1196752"/>
              <a:ext cx="2664296" cy="400110"/>
            </a:xfrm>
            <a:prstGeom prst="rect">
              <a:avLst/>
            </a:prstGeom>
            <a:solidFill>
              <a:srgbClr val="FFFFCC"/>
            </a:solidFill>
            <a:ln w="28575">
              <a:solidFill>
                <a:schemeClr val="tx1"/>
              </a:solidFill>
              <a:miter lim="800000"/>
              <a:headEnd type="none" w="sm" len="sm"/>
              <a:tailEnd type="none" w="sm" len="sm"/>
            </a:ln>
          </p:spPr>
          <p:txBody>
            <a:bodyPr wrap="square">
              <a:spAutoFit/>
            </a:bodyPr>
            <a:lstStyle/>
            <a:p>
              <a:pPr algn="ctr">
                <a:spcBef>
                  <a:spcPct val="50000"/>
                </a:spcBef>
              </a:pPr>
              <a:r>
                <a:rPr lang="zh-CN" altLang="en-US" sz="2000" dirty="0" smtClean="0">
                  <a:solidFill>
                    <a:srgbClr val="FF0000"/>
                  </a:solidFill>
                  <a:ea typeface="SimSun" pitchFamily="2" charset="-122"/>
                </a:rPr>
                <a:t>维护基础</a:t>
              </a:r>
              <a:r>
                <a:rPr lang="zh-CN" altLang="en-US" sz="2000" dirty="0">
                  <a:solidFill>
                    <a:srgbClr val="FF0000"/>
                  </a:solidFill>
                  <a:ea typeface="SimSun" pitchFamily="2" charset="-122"/>
                </a:rPr>
                <a:t>信息</a:t>
              </a:r>
              <a:endParaRPr lang="zh-TW" altLang="en-US" sz="2000" dirty="0">
                <a:solidFill>
                  <a:srgbClr val="FF0000"/>
                </a:solidFill>
                <a:ea typeface="SimSun" pitchFamily="2" charset="-122"/>
              </a:endParaRPr>
            </a:p>
          </p:txBody>
        </p:sp>
        <p:sp>
          <p:nvSpPr>
            <p:cNvPr id="8" name="矩形 7"/>
            <p:cNvSpPr/>
            <p:nvPr/>
          </p:nvSpPr>
          <p:spPr>
            <a:xfrm>
              <a:off x="4355976" y="980728"/>
              <a:ext cx="4392488" cy="86409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t>工厂、产品生命周期、工艺、单据性质、变更原因、紧急等级、分析类别、工作</a:t>
              </a:r>
              <a:endParaRPr lang="zh-TW" altLang="en-US" b="1" dirty="0"/>
            </a:p>
          </p:txBody>
        </p:sp>
        <p:cxnSp>
          <p:nvCxnSpPr>
            <p:cNvPr id="9" name="直線單箭頭接點 101"/>
            <p:cNvCxnSpPr>
              <a:stCxn id="7" idx="3"/>
              <a:endCxn id="8" idx="1"/>
            </p:cNvCxnSpPr>
            <p:nvPr/>
          </p:nvCxnSpPr>
          <p:spPr>
            <a:xfrm>
              <a:off x="3491880" y="1396807"/>
              <a:ext cx="864096" cy="15969"/>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 Box 6"/>
            <p:cNvSpPr txBox="1">
              <a:spLocks noChangeArrowheads="1"/>
            </p:cNvSpPr>
            <p:nvPr/>
          </p:nvSpPr>
          <p:spPr bwMode="auto">
            <a:xfrm>
              <a:off x="755576" y="4869160"/>
              <a:ext cx="2808312" cy="400110"/>
            </a:xfrm>
            <a:prstGeom prst="rect">
              <a:avLst/>
            </a:prstGeom>
            <a:solidFill>
              <a:srgbClr val="FFFFCC"/>
            </a:solidFill>
            <a:ln w="28575">
              <a:solidFill>
                <a:schemeClr val="tx1"/>
              </a:solidFill>
              <a:miter lim="800000"/>
              <a:headEnd type="none" w="sm" len="sm"/>
              <a:tailEnd type="none" w="sm" len="sm"/>
            </a:ln>
          </p:spPr>
          <p:txBody>
            <a:bodyPr wrap="square">
              <a:spAutoFit/>
            </a:bodyPr>
            <a:lstStyle/>
            <a:p>
              <a:pPr algn="ctr">
                <a:spcBef>
                  <a:spcPct val="50000"/>
                </a:spcBef>
              </a:pPr>
              <a:r>
                <a:rPr lang="zh-CN" altLang="en-US" sz="2000" dirty="0" smtClean="0">
                  <a:solidFill>
                    <a:srgbClr val="FF0000"/>
                  </a:solidFill>
                  <a:ea typeface="SimSun" pitchFamily="2" charset="-122"/>
                </a:rPr>
                <a:t>配置客户</a:t>
              </a:r>
              <a:r>
                <a:rPr lang="en-US" altLang="zh-CN" sz="2000" dirty="0" smtClean="0">
                  <a:solidFill>
                    <a:srgbClr val="FF0000"/>
                  </a:solidFill>
                  <a:ea typeface="SimSun" pitchFamily="2" charset="-122"/>
                </a:rPr>
                <a:t>BOM</a:t>
              </a:r>
              <a:endParaRPr lang="zh-TW" altLang="en-US" sz="2000" dirty="0">
                <a:solidFill>
                  <a:srgbClr val="FF0000"/>
                </a:solidFill>
                <a:ea typeface="SimSun" pitchFamily="2" charset="-122"/>
              </a:endParaRPr>
            </a:p>
          </p:txBody>
        </p:sp>
        <p:sp>
          <p:nvSpPr>
            <p:cNvPr id="11" name="矩形 10"/>
            <p:cNvSpPr/>
            <p:nvPr/>
          </p:nvSpPr>
          <p:spPr>
            <a:xfrm>
              <a:off x="4355976" y="2492896"/>
              <a:ext cx="2232248" cy="43204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1"/>
                  </a:solidFill>
                  <a:ea typeface="SimSun" pitchFamily="2" charset="-122"/>
                </a:rPr>
                <a:t>维护预备品号</a:t>
              </a:r>
              <a:endParaRPr lang="zh-TW" altLang="en-US" dirty="0"/>
            </a:p>
          </p:txBody>
        </p:sp>
        <p:sp>
          <p:nvSpPr>
            <p:cNvPr id="12" name="矩形 11"/>
            <p:cNvSpPr/>
            <p:nvPr/>
          </p:nvSpPr>
          <p:spPr>
            <a:xfrm>
              <a:off x="6732240" y="2276872"/>
              <a:ext cx="2088232" cy="43204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t>生成正式品号</a:t>
              </a:r>
              <a:endParaRPr lang="zh-TW" altLang="en-US" b="1" dirty="0"/>
            </a:p>
          </p:txBody>
        </p:sp>
        <p:sp>
          <p:nvSpPr>
            <p:cNvPr id="13" name="矩形 12"/>
            <p:cNvSpPr/>
            <p:nvPr/>
          </p:nvSpPr>
          <p:spPr>
            <a:xfrm>
              <a:off x="4427984" y="3212976"/>
              <a:ext cx="2160240" cy="43204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1"/>
                  </a:solidFill>
                  <a:ea typeface="SimSun" pitchFamily="2" charset="-122"/>
                </a:rPr>
                <a:t>维护工程</a:t>
              </a:r>
              <a:r>
                <a:rPr lang="en-US" altLang="zh-CN" b="1" dirty="0" smtClean="0">
                  <a:solidFill>
                    <a:schemeClr val="bg1"/>
                  </a:solidFill>
                  <a:ea typeface="SimSun" pitchFamily="2" charset="-122"/>
                </a:rPr>
                <a:t>BOM</a:t>
              </a:r>
              <a:endParaRPr lang="zh-TW" altLang="en-US" dirty="0"/>
            </a:p>
          </p:txBody>
        </p:sp>
        <p:sp>
          <p:nvSpPr>
            <p:cNvPr id="14" name="矩形 13"/>
            <p:cNvSpPr/>
            <p:nvPr/>
          </p:nvSpPr>
          <p:spPr>
            <a:xfrm>
              <a:off x="4427984" y="3717032"/>
              <a:ext cx="2160240" cy="43204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1"/>
                  </a:solidFill>
                  <a:ea typeface="SimSun" pitchFamily="2" charset="-122"/>
                </a:rPr>
                <a:t>维护预备</a:t>
              </a:r>
              <a:r>
                <a:rPr lang="en-US" altLang="zh-CN" b="1" dirty="0" smtClean="0">
                  <a:solidFill>
                    <a:schemeClr val="bg1"/>
                  </a:solidFill>
                  <a:ea typeface="SimSun" pitchFamily="2" charset="-122"/>
                </a:rPr>
                <a:t>BOM</a:t>
              </a:r>
              <a:endParaRPr lang="zh-TW" altLang="en-US" dirty="0"/>
            </a:p>
          </p:txBody>
        </p:sp>
        <p:sp>
          <p:nvSpPr>
            <p:cNvPr id="15" name="矩形 14"/>
            <p:cNvSpPr/>
            <p:nvPr/>
          </p:nvSpPr>
          <p:spPr>
            <a:xfrm>
              <a:off x="6732240" y="3429000"/>
              <a:ext cx="2088232" cy="43204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t>生成正式</a:t>
              </a:r>
              <a:r>
                <a:rPr lang="en-US" altLang="zh-CN" b="1" dirty="0" smtClean="0"/>
                <a:t>BOM</a:t>
              </a:r>
              <a:endParaRPr lang="zh-TW" altLang="en-US" b="1" dirty="0"/>
            </a:p>
          </p:txBody>
        </p:sp>
        <p:sp>
          <p:nvSpPr>
            <p:cNvPr id="16" name="矩形 15"/>
            <p:cNvSpPr/>
            <p:nvPr/>
          </p:nvSpPr>
          <p:spPr>
            <a:xfrm>
              <a:off x="4427984" y="4293096"/>
              <a:ext cx="2160240" cy="43204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1"/>
                  </a:solidFill>
                  <a:ea typeface="SimSun" pitchFamily="2" charset="-122"/>
                </a:rPr>
                <a:t>维护</a:t>
              </a:r>
              <a:r>
                <a:rPr lang="en-US" altLang="zh-CN" b="1" dirty="0" smtClean="0">
                  <a:solidFill>
                    <a:schemeClr val="bg1"/>
                  </a:solidFill>
                  <a:ea typeface="SimSun" pitchFamily="2" charset="-122"/>
                </a:rPr>
                <a:t>BOM</a:t>
              </a:r>
              <a:endParaRPr lang="zh-TW" altLang="en-US" dirty="0"/>
            </a:p>
          </p:txBody>
        </p:sp>
        <p:sp>
          <p:nvSpPr>
            <p:cNvPr id="17" name="矩形 16"/>
            <p:cNvSpPr/>
            <p:nvPr/>
          </p:nvSpPr>
          <p:spPr>
            <a:xfrm>
              <a:off x="4427984" y="4797152"/>
              <a:ext cx="2160240" cy="43204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1"/>
                  </a:solidFill>
                  <a:ea typeface="SimSun" pitchFamily="2" charset="-122"/>
                </a:rPr>
                <a:t>维护自动配置模板</a:t>
              </a:r>
              <a:endParaRPr lang="zh-TW" altLang="en-US" dirty="0"/>
            </a:p>
          </p:txBody>
        </p:sp>
        <p:sp>
          <p:nvSpPr>
            <p:cNvPr id="18" name="Text Box 3"/>
            <p:cNvSpPr txBox="1">
              <a:spLocks noChangeArrowheads="1"/>
            </p:cNvSpPr>
            <p:nvPr/>
          </p:nvSpPr>
          <p:spPr bwMode="auto">
            <a:xfrm>
              <a:off x="899592" y="2236802"/>
              <a:ext cx="2520280" cy="411833"/>
            </a:xfrm>
            <a:prstGeom prst="rect">
              <a:avLst/>
            </a:prstGeom>
            <a:solidFill>
              <a:srgbClr val="FFFFCC"/>
            </a:solidFill>
            <a:ln w="28575">
              <a:solidFill>
                <a:schemeClr val="tx1"/>
              </a:solidFill>
              <a:miter lim="800000"/>
              <a:headEnd type="none" w="sm" len="sm"/>
              <a:tailEnd type="none" w="sm" len="sm"/>
            </a:ln>
          </p:spPr>
          <p:txBody>
            <a:bodyPr wrap="square">
              <a:spAutoFit/>
            </a:bodyPr>
            <a:lstStyle/>
            <a:p>
              <a:pPr>
                <a:spcBef>
                  <a:spcPct val="50000"/>
                </a:spcBef>
              </a:pPr>
              <a:r>
                <a:rPr lang="zh-CN" altLang="en-US" sz="1900" dirty="0" smtClean="0">
                  <a:solidFill>
                    <a:srgbClr val="FF0000"/>
                  </a:solidFill>
                  <a:ea typeface="SimSun" pitchFamily="2" charset="-122"/>
                </a:rPr>
                <a:t>工程品号转正式品号</a:t>
              </a:r>
              <a:endParaRPr lang="zh-TW" altLang="en-US" sz="1900" dirty="0">
                <a:solidFill>
                  <a:srgbClr val="FF0000"/>
                </a:solidFill>
                <a:ea typeface="SimSun" pitchFamily="2" charset="-122"/>
              </a:endParaRPr>
            </a:p>
          </p:txBody>
        </p:sp>
        <p:sp>
          <p:nvSpPr>
            <p:cNvPr id="19" name="Text Box 3"/>
            <p:cNvSpPr txBox="1">
              <a:spLocks noChangeArrowheads="1"/>
            </p:cNvSpPr>
            <p:nvPr/>
          </p:nvSpPr>
          <p:spPr bwMode="auto">
            <a:xfrm>
              <a:off x="827584" y="3501008"/>
              <a:ext cx="2664296" cy="411833"/>
            </a:xfrm>
            <a:prstGeom prst="rect">
              <a:avLst/>
            </a:prstGeom>
            <a:solidFill>
              <a:srgbClr val="FFFFCC"/>
            </a:solidFill>
            <a:ln w="28575">
              <a:solidFill>
                <a:schemeClr val="tx1"/>
              </a:solidFill>
              <a:miter lim="800000"/>
              <a:headEnd type="none" w="sm" len="sm"/>
              <a:tailEnd type="none" w="sm" len="sm"/>
            </a:ln>
          </p:spPr>
          <p:txBody>
            <a:bodyPr wrap="square">
              <a:spAutoFit/>
            </a:bodyPr>
            <a:lstStyle/>
            <a:p>
              <a:pPr>
                <a:spcBef>
                  <a:spcPct val="50000"/>
                </a:spcBef>
              </a:pPr>
              <a:r>
                <a:rPr lang="zh-CN" altLang="en-US" sz="1900" dirty="0" smtClean="0">
                  <a:solidFill>
                    <a:srgbClr val="FF0000"/>
                  </a:solidFill>
                  <a:ea typeface="SimSun" pitchFamily="2" charset="-122"/>
                </a:rPr>
                <a:t>工程</a:t>
              </a:r>
              <a:r>
                <a:rPr lang="en-US" altLang="zh-CN" sz="1900" dirty="0" smtClean="0">
                  <a:solidFill>
                    <a:srgbClr val="FF0000"/>
                  </a:solidFill>
                  <a:ea typeface="SimSun" pitchFamily="2" charset="-122"/>
                </a:rPr>
                <a:t>BOM</a:t>
              </a:r>
              <a:r>
                <a:rPr lang="zh-CN" altLang="en-US" sz="1900" dirty="0" smtClean="0">
                  <a:solidFill>
                    <a:srgbClr val="FF0000"/>
                  </a:solidFill>
                  <a:ea typeface="SimSun" pitchFamily="2" charset="-122"/>
                </a:rPr>
                <a:t>转正式</a:t>
              </a:r>
              <a:r>
                <a:rPr lang="en-US" altLang="zh-CN" sz="1900" dirty="0" smtClean="0">
                  <a:solidFill>
                    <a:srgbClr val="FF0000"/>
                  </a:solidFill>
                  <a:ea typeface="SimSun" pitchFamily="2" charset="-122"/>
                </a:rPr>
                <a:t>BOM</a:t>
              </a:r>
              <a:endParaRPr lang="zh-TW" altLang="en-US" sz="1900" dirty="0">
                <a:solidFill>
                  <a:srgbClr val="FF0000"/>
                </a:solidFill>
                <a:ea typeface="SimSun" pitchFamily="2" charset="-122"/>
              </a:endParaRPr>
            </a:p>
          </p:txBody>
        </p:sp>
        <p:sp>
          <p:nvSpPr>
            <p:cNvPr id="20" name="Text Box 6"/>
            <p:cNvSpPr txBox="1">
              <a:spLocks noChangeArrowheads="1"/>
            </p:cNvSpPr>
            <p:nvPr/>
          </p:nvSpPr>
          <p:spPr bwMode="auto">
            <a:xfrm>
              <a:off x="755576" y="6093296"/>
              <a:ext cx="2808312" cy="400110"/>
            </a:xfrm>
            <a:prstGeom prst="rect">
              <a:avLst/>
            </a:prstGeom>
            <a:solidFill>
              <a:srgbClr val="FFFFCC"/>
            </a:solidFill>
            <a:ln w="28575">
              <a:solidFill>
                <a:schemeClr val="tx1"/>
              </a:solidFill>
              <a:miter lim="800000"/>
              <a:headEnd type="none" w="sm" len="sm"/>
              <a:tailEnd type="none" w="sm" len="sm"/>
            </a:ln>
          </p:spPr>
          <p:txBody>
            <a:bodyPr wrap="square">
              <a:spAutoFit/>
            </a:bodyPr>
            <a:lstStyle/>
            <a:p>
              <a:pPr algn="ctr">
                <a:spcBef>
                  <a:spcPct val="50000"/>
                </a:spcBef>
              </a:pPr>
              <a:r>
                <a:rPr lang="zh-CN" altLang="en-US" sz="2000" dirty="0" smtClean="0">
                  <a:solidFill>
                    <a:srgbClr val="FF0000"/>
                  </a:solidFill>
                  <a:ea typeface="SimSun" pitchFamily="2" charset="-122"/>
                </a:rPr>
                <a:t>工程变更</a:t>
              </a:r>
              <a:endParaRPr lang="zh-TW" altLang="en-US" sz="2000" dirty="0">
                <a:solidFill>
                  <a:srgbClr val="FF0000"/>
                </a:solidFill>
                <a:ea typeface="SimSun" pitchFamily="2" charset="-122"/>
              </a:endParaRPr>
            </a:p>
          </p:txBody>
        </p:sp>
        <p:sp>
          <p:nvSpPr>
            <p:cNvPr id="21" name="矩形 20"/>
            <p:cNvSpPr/>
            <p:nvPr/>
          </p:nvSpPr>
          <p:spPr>
            <a:xfrm>
              <a:off x="4427984" y="5301208"/>
              <a:ext cx="2160240" cy="43204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1"/>
                  </a:solidFill>
                  <a:ea typeface="SimSun" pitchFamily="2" charset="-122"/>
                </a:rPr>
                <a:t>维护手动配置模板</a:t>
              </a:r>
              <a:endParaRPr lang="zh-TW" altLang="en-US" dirty="0"/>
            </a:p>
          </p:txBody>
        </p:sp>
        <p:sp>
          <p:nvSpPr>
            <p:cNvPr id="22" name="矩形 21"/>
            <p:cNvSpPr/>
            <p:nvPr/>
          </p:nvSpPr>
          <p:spPr>
            <a:xfrm>
              <a:off x="6732240" y="4293096"/>
              <a:ext cx="2160240" cy="43204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1"/>
                  </a:solidFill>
                  <a:ea typeface="SimSun" pitchFamily="2" charset="-122"/>
                </a:rPr>
                <a:t>维护品号属性分类</a:t>
              </a:r>
              <a:endParaRPr lang="zh-TW" altLang="en-US" dirty="0"/>
            </a:p>
          </p:txBody>
        </p:sp>
        <p:sp>
          <p:nvSpPr>
            <p:cNvPr id="23" name="矩形 22"/>
            <p:cNvSpPr/>
            <p:nvPr/>
          </p:nvSpPr>
          <p:spPr>
            <a:xfrm>
              <a:off x="6732240" y="4797152"/>
              <a:ext cx="2160240" cy="43204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1"/>
                  </a:solidFill>
                  <a:ea typeface="SimSun" pitchFamily="2" charset="-122"/>
                </a:rPr>
                <a:t>维护产品配置约束</a:t>
              </a:r>
              <a:endParaRPr lang="zh-TW" altLang="en-US" dirty="0"/>
            </a:p>
          </p:txBody>
        </p:sp>
        <p:sp>
          <p:nvSpPr>
            <p:cNvPr id="24" name="矩形 23"/>
            <p:cNvSpPr/>
            <p:nvPr/>
          </p:nvSpPr>
          <p:spPr>
            <a:xfrm>
              <a:off x="6732240" y="5301208"/>
              <a:ext cx="2160240" cy="43204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t>产品配置模拟</a:t>
              </a:r>
              <a:endParaRPr lang="zh-TW" altLang="en-US" b="1" dirty="0"/>
            </a:p>
          </p:txBody>
        </p:sp>
        <p:sp>
          <p:nvSpPr>
            <p:cNvPr id="25" name="矩形 24"/>
            <p:cNvSpPr/>
            <p:nvPr/>
          </p:nvSpPr>
          <p:spPr>
            <a:xfrm>
              <a:off x="4427984" y="5877272"/>
              <a:ext cx="2160240" cy="43204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1"/>
                  </a:solidFill>
                  <a:ea typeface="SimSun" pitchFamily="2" charset="-122"/>
                </a:rPr>
                <a:t>维护工程变更需求</a:t>
              </a:r>
              <a:endParaRPr lang="zh-TW" altLang="en-US" dirty="0"/>
            </a:p>
          </p:txBody>
        </p:sp>
        <p:sp>
          <p:nvSpPr>
            <p:cNvPr id="26" name="矩形 25"/>
            <p:cNvSpPr/>
            <p:nvPr/>
          </p:nvSpPr>
          <p:spPr>
            <a:xfrm>
              <a:off x="4427984" y="6381328"/>
              <a:ext cx="2160240" cy="43204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1"/>
                  </a:solidFill>
                  <a:ea typeface="SimSun" pitchFamily="2" charset="-122"/>
                </a:rPr>
                <a:t>维护工程变更信息</a:t>
              </a:r>
              <a:endParaRPr lang="zh-TW" altLang="en-US" dirty="0"/>
            </a:p>
          </p:txBody>
        </p:sp>
        <p:cxnSp>
          <p:nvCxnSpPr>
            <p:cNvPr id="27" name="直線單箭頭接點 54"/>
            <p:cNvCxnSpPr>
              <a:stCxn id="18" idx="2"/>
              <a:endCxn id="19" idx="0"/>
            </p:cNvCxnSpPr>
            <p:nvPr/>
          </p:nvCxnSpPr>
          <p:spPr>
            <a:xfrm rot="16200000" flipH="1">
              <a:off x="1733545" y="3074820"/>
              <a:ext cx="852373" cy="1"/>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54"/>
            <p:cNvCxnSpPr>
              <a:stCxn id="19" idx="2"/>
              <a:endCxn id="10" idx="0"/>
            </p:cNvCxnSpPr>
            <p:nvPr/>
          </p:nvCxnSpPr>
          <p:spPr>
            <a:xfrm rot="5400000">
              <a:off x="1681574" y="4391008"/>
              <a:ext cx="956318" cy="168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54"/>
            <p:cNvCxnSpPr>
              <a:stCxn id="10" idx="2"/>
              <a:endCxn id="20" idx="0"/>
            </p:cNvCxnSpPr>
            <p:nvPr/>
          </p:nvCxnSpPr>
          <p:spPr>
            <a:xfrm>
              <a:off x="2159732" y="5269270"/>
              <a:ext cx="0" cy="824026"/>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肘形连接符 29"/>
            <p:cNvCxnSpPr>
              <a:stCxn id="18" idx="3"/>
              <a:endCxn id="6" idx="1"/>
            </p:cNvCxnSpPr>
            <p:nvPr/>
          </p:nvCxnSpPr>
          <p:spPr>
            <a:xfrm flipV="1">
              <a:off x="3419871" y="2204864"/>
              <a:ext cx="936105" cy="237855"/>
            </a:xfrm>
            <a:prstGeom prst="bentConnector3">
              <a:avLst>
                <a:gd name="adj1" fmla="val 50000"/>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肘形连接符 30"/>
            <p:cNvCxnSpPr>
              <a:stCxn id="18" idx="3"/>
              <a:endCxn id="11" idx="1"/>
            </p:cNvCxnSpPr>
            <p:nvPr/>
          </p:nvCxnSpPr>
          <p:spPr>
            <a:xfrm>
              <a:off x="3419871" y="2442719"/>
              <a:ext cx="936105" cy="266202"/>
            </a:xfrm>
            <a:prstGeom prst="bentConnector3">
              <a:avLst>
                <a:gd name="adj1" fmla="val 50000"/>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肘形连接符 31"/>
            <p:cNvCxnSpPr>
              <a:endCxn id="13" idx="1"/>
            </p:cNvCxnSpPr>
            <p:nvPr/>
          </p:nvCxnSpPr>
          <p:spPr>
            <a:xfrm flipV="1">
              <a:off x="3491880" y="3429000"/>
              <a:ext cx="936104" cy="231994"/>
            </a:xfrm>
            <a:prstGeom prst="bentConnector3">
              <a:avLst>
                <a:gd name="adj1" fmla="val 50000"/>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肘形连接符 32"/>
            <p:cNvCxnSpPr>
              <a:endCxn id="14" idx="1"/>
            </p:cNvCxnSpPr>
            <p:nvPr/>
          </p:nvCxnSpPr>
          <p:spPr>
            <a:xfrm>
              <a:off x="3491880" y="3660993"/>
              <a:ext cx="936104" cy="272063"/>
            </a:xfrm>
            <a:prstGeom prst="bentConnector3">
              <a:avLst>
                <a:gd name="adj1" fmla="val 50000"/>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肘形连接符 33"/>
            <p:cNvCxnSpPr>
              <a:endCxn id="16" idx="1"/>
            </p:cNvCxnSpPr>
            <p:nvPr/>
          </p:nvCxnSpPr>
          <p:spPr>
            <a:xfrm flipV="1">
              <a:off x="3572272" y="4509120"/>
              <a:ext cx="855712" cy="592034"/>
            </a:xfrm>
            <a:prstGeom prst="bentConnector3">
              <a:avLst>
                <a:gd name="adj1" fmla="val 50000"/>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肘形连接符 34"/>
            <p:cNvCxnSpPr>
              <a:endCxn id="21" idx="1"/>
            </p:cNvCxnSpPr>
            <p:nvPr/>
          </p:nvCxnSpPr>
          <p:spPr>
            <a:xfrm>
              <a:off x="3572272" y="5085184"/>
              <a:ext cx="855712" cy="432048"/>
            </a:xfrm>
            <a:prstGeom prst="bentConnector3">
              <a:avLst>
                <a:gd name="adj1" fmla="val 50000"/>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肘形连接符 35"/>
            <p:cNvCxnSpPr>
              <a:endCxn id="25" idx="1"/>
            </p:cNvCxnSpPr>
            <p:nvPr/>
          </p:nvCxnSpPr>
          <p:spPr>
            <a:xfrm flipV="1">
              <a:off x="3572272" y="6093296"/>
              <a:ext cx="855712" cy="159986"/>
            </a:xfrm>
            <a:prstGeom prst="bentConnector3">
              <a:avLst>
                <a:gd name="adj1" fmla="val 50000"/>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肘形连接符 36"/>
            <p:cNvCxnSpPr>
              <a:endCxn id="26" idx="1"/>
            </p:cNvCxnSpPr>
            <p:nvPr/>
          </p:nvCxnSpPr>
          <p:spPr>
            <a:xfrm>
              <a:off x="3572272" y="6253281"/>
              <a:ext cx="855712" cy="344071"/>
            </a:xfrm>
            <a:prstGeom prst="bentConnector3">
              <a:avLst>
                <a:gd name="adj1" fmla="val 50000"/>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1908175" y="665163"/>
            <a:ext cx="7235825" cy="646112"/>
          </a:xfrm>
          <a:prstGeom prst="rect">
            <a:avLst/>
          </a:prstGeom>
          <a:noFill/>
        </p:spPr>
        <p:txBody>
          <a:bodyPr>
            <a:spAutoFit/>
          </a:bodyPr>
          <a:lstStyle/>
          <a:p>
            <a:pPr>
              <a:defRPr/>
            </a:pPr>
            <a:r>
              <a:rPr lang="zh-TW" altLang="en-US" sz="3600" dirty="0">
                <a:solidFill>
                  <a:schemeClr val="bg1"/>
                </a:solidFill>
                <a:effectLst>
                  <a:outerShdw blurRad="38100" dist="38100" dir="2700000" algn="tl">
                    <a:srgbClr val="C0C0C0"/>
                  </a:outerShdw>
                </a:effectLst>
                <a:latin typeface="Microsoft JhengHei" pitchFamily="34" charset="-120"/>
                <a:ea typeface="Microsoft JhengHei" pitchFamily="34" charset="-120"/>
              </a:rPr>
              <a:t>内容大纲</a:t>
            </a:r>
            <a:endParaRPr lang="zh-TW" altLang="zh-TW" sz="3600" dirty="0">
              <a:solidFill>
                <a:schemeClr val="bg1"/>
              </a:solidFill>
              <a:effectLst>
                <a:outerShdw blurRad="38100" dist="38100" dir="2700000" algn="tl">
                  <a:srgbClr val="C0C0C0"/>
                </a:outerShdw>
              </a:effectLst>
              <a:latin typeface="Microsoft JhengHei" pitchFamily="34" charset="-120"/>
              <a:ea typeface="Microsoft JhengHei" pitchFamily="34" charset="-120"/>
            </a:endParaRPr>
          </a:p>
        </p:txBody>
      </p:sp>
      <p:sp>
        <p:nvSpPr>
          <p:cNvPr id="8" name="矩形 7"/>
          <p:cNvSpPr/>
          <p:nvPr/>
        </p:nvSpPr>
        <p:spPr>
          <a:xfrm>
            <a:off x="539750" y="1773238"/>
            <a:ext cx="8135938" cy="4751387"/>
          </a:xfrm>
          <a:prstGeom prst="rect">
            <a:avLst/>
          </a:prstGeom>
          <a:noFill/>
          <a:ln>
            <a:solidFill>
              <a:srgbClr val="CE342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solidFill>
                <a:srgbClr val="FFFFFF"/>
              </a:solidFill>
            </a:endParaRPr>
          </a:p>
        </p:txBody>
      </p:sp>
      <p:pic>
        <p:nvPicPr>
          <p:cNvPr id="50180" name="圖片 8" descr="數字價值_P.png"/>
          <p:cNvPicPr>
            <a:picLocks noChangeAspect="1"/>
          </p:cNvPicPr>
          <p:nvPr/>
        </p:nvPicPr>
        <p:blipFill>
          <a:blip r:embed="rId1"/>
          <a:srcRect/>
          <a:stretch>
            <a:fillRect/>
          </a:stretch>
        </p:blipFill>
        <p:spPr bwMode="auto">
          <a:xfrm>
            <a:off x="4787900" y="4652963"/>
            <a:ext cx="3268663" cy="720725"/>
          </a:xfrm>
          <a:prstGeom prst="rect">
            <a:avLst/>
          </a:prstGeom>
          <a:noFill/>
          <a:ln w="9525">
            <a:noFill/>
            <a:miter lim="800000"/>
            <a:headEnd/>
            <a:tailEnd/>
          </a:ln>
        </p:spPr>
      </p:pic>
      <p:sp>
        <p:nvSpPr>
          <p:cNvPr id="9" name="矩形 8"/>
          <p:cNvSpPr/>
          <p:nvPr/>
        </p:nvSpPr>
        <p:spPr>
          <a:xfrm>
            <a:off x="1071563" y="1928813"/>
            <a:ext cx="6215062" cy="3108325"/>
          </a:xfrm>
          <a:prstGeom prst="rect">
            <a:avLst/>
          </a:prstGeom>
        </p:spPr>
        <p:txBody>
          <a:bodyPr>
            <a:spAutoFit/>
          </a:bodyPr>
          <a:lstStyle/>
          <a:p>
            <a:pPr lvl="1">
              <a:buFont typeface="Wingdings" pitchFamily="2" charset="2"/>
              <a:buChar char="n"/>
              <a:defRPr/>
            </a:pPr>
            <a:r>
              <a:rPr lang="zh-CN" altLang="en-US" sz="2800" dirty="0">
                <a:solidFill>
                  <a:srgbClr val="0D0D0D"/>
                </a:solidFill>
                <a:latin typeface="黑体" pitchFamily="2" charset="-122"/>
                <a:ea typeface="黑体" pitchFamily="2" charset="-122"/>
              </a:rPr>
              <a:t>系统概述</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系统主</a:t>
            </a:r>
            <a:r>
              <a:rPr lang="zh-TW" altLang="en-US" sz="2800" dirty="0">
                <a:solidFill>
                  <a:srgbClr val="0D0D0D"/>
                </a:solidFill>
                <a:latin typeface="黑体" pitchFamily="2" charset="-122"/>
                <a:ea typeface="黑体" pitchFamily="2" charset="-122"/>
              </a:rPr>
              <a:t>作业</a:t>
            </a:r>
            <a:r>
              <a:rPr lang="zh-CN" altLang="en-US" sz="2800" dirty="0">
                <a:solidFill>
                  <a:srgbClr val="0D0D0D"/>
                </a:solidFill>
                <a:latin typeface="黑体" pitchFamily="2" charset="-122"/>
                <a:ea typeface="黑体" pitchFamily="2" charset="-122"/>
              </a:rPr>
              <a:t>流程说明</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chemeClr val="tx2">
                    <a:lumMod val="60000"/>
                    <a:lumOff val="40000"/>
                  </a:schemeClr>
                </a:solidFill>
                <a:latin typeface="黑体" pitchFamily="2" charset="-122"/>
                <a:ea typeface="黑体" pitchFamily="2" charset="-122"/>
              </a:rPr>
              <a:t>基础资料准备</a:t>
            </a:r>
            <a:endParaRPr lang="en-US" altLang="zh-CN" sz="2800" dirty="0">
              <a:solidFill>
                <a:schemeClr val="tx2">
                  <a:lumMod val="60000"/>
                  <a:lumOff val="40000"/>
                </a:schemeClr>
              </a:solidFill>
              <a:latin typeface="黑体" pitchFamily="2" charset="-122"/>
              <a:ea typeface="黑体" pitchFamily="2" charset="-122"/>
            </a:endParaRPr>
          </a:p>
          <a:p>
            <a:pPr lvl="1">
              <a:buFont typeface="Wingdings" pitchFamily="2" charset="2"/>
              <a:buChar char="n"/>
              <a:defRPr/>
            </a:pPr>
            <a:r>
              <a:rPr lang="zh-CN" altLang="en-US" sz="2800" dirty="0" smtClean="0">
                <a:solidFill>
                  <a:srgbClr val="0D0D0D"/>
                </a:solidFill>
                <a:latin typeface="黑体" pitchFamily="2" charset="-122"/>
                <a:ea typeface="黑体" pitchFamily="2" charset="-122"/>
              </a:rPr>
              <a:t>日常作业操作</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管理报表应用说明</a:t>
            </a:r>
            <a:endParaRPr lang="zh-CN" altLang="en-US"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期初开账资料准备说明</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实例操作讲解</a:t>
            </a:r>
            <a:endParaRPr lang="zh-CN" altLang="en-US" sz="2800" dirty="0">
              <a:solidFill>
                <a:srgbClr val="0D0D0D"/>
              </a:solidFill>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字方塊 1"/>
          <p:cNvSpPr txBox="1">
            <a:spLocks noChangeArrowheads="1"/>
          </p:cNvSpPr>
          <p:nvPr/>
        </p:nvSpPr>
        <p:spPr bwMode="auto">
          <a:xfrm>
            <a:off x="0" y="476250"/>
            <a:ext cx="9101138" cy="646113"/>
          </a:xfrm>
          <a:prstGeom prst="rect">
            <a:avLst/>
          </a:prstGeom>
          <a:noFill/>
          <a:ln w="9525">
            <a:noFill/>
            <a:miter lim="800000"/>
          </a:ln>
        </p:spPr>
        <p:txBody>
          <a:bodyPr wrap="square">
            <a:spAutoFit/>
          </a:bodyPr>
          <a:lstStyle/>
          <a:p>
            <a:pPr algn="ctr"/>
            <a:r>
              <a:rPr lang="zh-TW" altLang="en-US" sz="3600" b="1" dirty="0" smtClean="0">
                <a:latin typeface="SimHei" pitchFamily="49" charset="-122"/>
                <a:ea typeface="SimHei" pitchFamily="49" charset="-122"/>
              </a:rPr>
              <a:t>专有名词</a:t>
            </a:r>
            <a:endParaRPr lang="zh-TW" altLang="en-US" sz="3600" b="1" dirty="0">
              <a:latin typeface="SimHei" pitchFamily="49" charset="-122"/>
              <a:ea typeface="SimHei" pitchFamily="49" charset="-122"/>
            </a:endParaRPr>
          </a:p>
        </p:txBody>
      </p:sp>
      <p:sp>
        <p:nvSpPr>
          <p:cNvPr id="10244" name="投影片編號版面配置區 2"/>
          <p:cNvSpPr txBox="1"/>
          <p:nvPr/>
        </p:nvSpPr>
        <p:spPr bwMode="auto">
          <a:xfrm>
            <a:off x="8550275" y="6383338"/>
            <a:ext cx="719138" cy="476250"/>
          </a:xfrm>
          <a:prstGeom prst="rect">
            <a:avLst/>
          </a:prstGeom>
          <a:noFill/>
          <a:ln w="9525">
            <a:noFill/>
            <a:miter lim="800000"/>
          </a:ln>
        </p:spPr>
        <p:txBody>
          <a:bodyPr/>
          <a:lstStyle/>
          <a:p>
            <a:fld id="{5D3F4FB2-CDD5-4426-BC9B-6BC33CB0D6BB}" type="slidenum">
              <a:rPr lang="en-US" altLang="zh-TW"/>
            </a:fld>
            <a:endParaRPr lang="en-US" altLang="zh-TW"/>
          </a:p>
        </p:txBody>
      </p:sp>
      <p:grpSp>
        <p:nvGrpSpPr>
          <p:cNvPr id="2" name="群組 10"/>
          <p:cNvGrpSpPr/>
          <p:nvPr/>
        </p:nvGrpSpPr>
        <p:grpSpPr>
          <a:xfrm>
            <a:off x="323528" y="1556792"/>
            <a:ext cx="8352928" cy="1008112"/>
            <a:chOff x="395536" y="1628800"/>
            <a:chExt cx="8352928" cy="1008112"/>
          </a:xfrm>
        </p:grpSpPr>
        <p:sp>
          <p:nvSpPr>
            <p:cNvPr id="48" name="圆角矩形 30"/>
            <p:cNvSpPr/>
            <p:nvPr/>
          </p:nvSpPr>
          <p:spPr>
            <a:xfrm>
              <a:off x="395536" y="1845736"/>
              <a:ext cx="8352928" cy="791176"/>
            </a:xfrm>
            <a:prstGeom prst="roundRect">
              <a:avLst>
                <a:gd name="adj" fmla="val 10050"/>
              </a:avLst>
            </a:prstGeom>
          </p:spPr>
          <p:style>
            <a:lnRef idx="2">
              <a:schemeClr val="accent1"/>
            </a:lnRef>
            <a:fillRef idx="1">
              <a:schemeClr val="lt1"/>
            </a:fillRef>
            <a:effectRef idx="0">
              <a:schemeClr val="accent1"/>
            </a:effectRef>
            <a:fontRef idx="minor">
              <a:schemeClr val="dk1"/>
            </a:fontRef>
          </p:style>
          <p:txBody>
            <a:bodyPr rtlCol="0" anchor="t"/>
            <a:lstStyle/>
            <a:p>
              <a:endParaRPr lang="en-US" altLang="zh-CN" sz="1600" dirty="0" smtClean="0"/>
            </a:p>
            <a:p>
              <a:pPr>
                <a:lnSpc>
                  <a:spcPct val="150000"/>
                </a:lnSpc>
              </a:pPr>
              <a:r>
                <a:rPr lang="zh-CN" altLang="en-US" sz="1600" dirty="0" smtClean="0">
                  <a:latin typeface="SimHei" pitchFamily="49" charset="-122"/>
                  <a:ea typeface="SimHei" pitchFamily="49" charset="-122"/>
                </a:rPr>
                <a:t>产</a:t>
              </a:r>
              <a:r>
                <a:rPr lang="zh-TW" altLang="en-US" sz="1600" dirty="0" smtClean="0">
                  <a:latin typeface="SimHei" pitchFamily="49" charset="-122"/>
                  <a:ea typeface="SimHei" pitchFamily="49" charset="-122"/>
                </a:rPr>
                <a:t>品选配</a:t>
              </a:r>
              <a:r>
                <a:rPr lang="zh-CN" altLang="en-US" sz="1600" dirty="0" smtClean="0">
                  <a:latin typeface="SimHei" pitchFamily="49" charset="-122"/>
                  <a:ea typeface="SimHei" pitchFamily="49" charset="-122"/>
                </a:rPr>
                <a:t>的材料结构清单</a:t>
              </a:r>
              <a:r>
                <a:rPr lang="zh-TW" altLang="en-US" sz="1600" dirty="0" smtClean="0">
                  <a:latin typeface="SimHei" pitchFamily="49" charset="-122"/>
                  <a:ea typeface="SimHei" pitchFamily="49" charset="-122"/>
                </a:rPr>
                <a:t>。</a:t>
              </a:r>
              <a:endParaRPr lang="zh-TW" altLang="en-US" sz="1600" dirty="0" smtClean="0">
                <a:solidFill>
                  <a:schemeClr val="tx1"/>
                </a:solidFill>
              </a:endParaRPr>
            </a:p>
            <a:p>
              <a:endParaRPr lang="zh-CN" altLang="en-US" sz="1600" dirty="0"/>
            </a:p>
          </p:txBody>
        </p:sp>
        <p:sp>
          <p:nvSpPr>
            <p:cNvPr id="49" name="圆角矩形 31"/>
            <p:cNvSpPr/>
            <p:nvPr/>
          </p:nvSpPr>
          <p:spPr>
            <a:xfrm>
              <a:off x="611560" y="1628800"/>
              <a:ext cx="2952328" cy="411996"/>
            </a:xfrm>
            <a:prstGeom prst="roundRect">
              <a:avLst/>
            </a:prstGeom>
          </p:spPr>
          <p:style>
            <a:lnRef idx="1">
              <a:schemeClr val="accent1"/>
            </a:lnRef>
            <a:fillRef idx="2">
              <a:schemeClr val="accent1"/>
            </a:fillRef>
            <a:effectRef idx="1">
              <a:schemeClr val="accent1"/>
            </a:effectRef>
            <a:fontRef idx="minor">
              <a:schemeClr val="dk1"/>
            </a:fontRef>
          </p:style>
          <p:txBody>
            <a:bodyPr rtlCol="0" anchor="t"/>
            <a:lstStyle/>
            <a:p>
              <a:r>
                <a:rPr lang="zh-CN" altLang="en-US" sz="2000" dirty="0" smtClean="0">
                  <a:latin typeface="SimHei" pitchFamily="49" charset="-122"/>
                  <a:ea typeface="SimHei" pitchFamily="49" charset="-122"/>
                </a:rPr>
                <a:t>模型</a:t>
              </a:r>
              <a:r>
                <a:rPr lang="en-US" altLang="zh-CN" sz="2000" dirty="0" smtClean="0">
                  <a:latin typeface="SimHei" pitchFamily="49" charset="-122"/>
                  <a:ea typeface="SimHei" pitchFamily="49" charset="-122"/>
                </a:rPr>
                <a:t>BOM</a:t>
              </a:r>
              <a:r>
                <a:rPr lang="en-US" altLang="zh-TW" sz="2000" dirty="0" smtClean="0">
                  <a:latin typeface="SimHei" pitchFamily="49" charset="-122"/>
                  <a:ea typeface="SimHei" pitchFamily="49" charset="-122"/>
                </a:rPr>
                <a:t> (</a:t>
              </a:r>
              <a:r>
                <a:rPr lang="en-US" altLang="zh-TW" sz="2000" dirty="0" err="1" smtClean="0">
                  <a:latin typeface="SimHei" pitchFamily="49" charset="-122"/>
                  <a:ea typeface="SimHei" pitchFamily="49" charset="-122"/>
                </a:rPr>
                <a:t>Config</a:t>
              </a:r>
              <a:r>
                <a:rPr lang="en-US" altLang="zh-TW" sz="2000" dirty="0" smtClean="0">
                  <a:latin typeface="SimHei" pitchFamily="49" charset="-122"/>
                  <a:ea typeface="SimHei" pitchFamily="49" charset="-122"/>
                </a:rPr>
                <a:t> BOM)</a:t>
              </a:r>
              <a:endParaRPr lang="zh-CN" altLang="en-US" sz="2000" b="1" dirty="0"/>
            </a:p>
          </p:txBody>
        </p:sp>
      </p:grpSp>
      <p:grpSp>
        <p:nvGrpSpPr>
          <p:cNvPr id="3" name="群組 11"/>
          <p:cNvGrpSpPr/>
          <p:nvPr/>
        </p:nvGrpSpPr>
        <p:grpSpPr>
          <a:xfrm>
            <a:off x="323528" y="2780928"/>
            <a:ext cx="8352928" cy="1009024"/>
            <a:chOff x="395536" y="3140056"/>
            <a:chExt cx="8352928" cy="1009024"/>
          </a:xfrm>
        </p:grpSpPr>
        <p:sp>
          <p:nvSpPr>
            <p:cNvPr id="50" name="圆角矩形 30"/>
            <p:cNvSpPr/>
            <p:nvPr/>
          </p:nvSpPr>
          <p:spPr>
            <a:xfrm>
              <a:off x="395536" y="3356992"/>
              <a:ext cx="8352928" cy="792088"/>
            </a:xfrm>
            <a:prstGeom prst="roundRect">
              <a:avLst>
                <a:gd name="adj" fmla="val 10050"/>
              </a:avLst>
            </a:prstGeom>
          </p:spPr>
          <p:style>
            <a:lnRef idx="2">
              <a:schemeClr val="accent1"/>
            </a:lnRef>
            <a:fillRef idx="1">
              <a:schemeClr val="lt1"/>
            </a:fillRef>
            <a:effectRef idx="0">
              <a:schemeClr val="accent1"/>
            </a:effectRef>
            <a:fontRef idx="minor">
              <a:schemeClr val="dk1"/>
            </a:fontRef>
          </p:style>
          <p:txBody>
            <a:bodyPr rtlCol="0" anchor="t"/>
            <a:lstStyle/>
            <a:p>
              <a:endParaRPr lang="en-US" altLang="zh-CN" sz="1600" dirty="0" smtClean="0"/>
            </a:p>
            <a:p>
              <a:pPr>
                <a:lnSpc>
                  <a:spcPct val="150000"/>
                </a:lnSpc>
              </a:pPr>
              <a:r>
                <a:rPr lang="zh-CN" altLang="en-US" sz="1600" dirty="0" smtClean="0">
                  <a:latin typeface="SimHei" pitchFamily="49" charset="-122"/>
                  <a:ea typeface="SimHei" pitchFamily="49" charset="-122"/>
                </a:rPr>
                <a:t>提供给用户的最终具体产品的材料结构清单</a:t>
              </a:r>
              <a:r>
                <a:rPr lang="zh-TW" altLang="en-US" sz="1600" dirty="0" smtClean="0">
                  <a:latin typeface="SimHei" pitchFamily="49" charset="-122"/>
                  <a:ea typeface="SimHei" pitchFamily="49" charset="-122"/>
                </a:rPr>
                <a:t>。</a:t>
              </a:r>
              <a:endParaRPr lang="zh-CN" altLang="en-US" sz="1600" dirty="0"/>
            </a:p>
          </p:txBody>
        </p:sp>
        <p:sp>
          <p:nvSpPr>
            <p:cNvPr id="51" name="圆角矩形 31"/>
            <p:cNvSpPr/>
            <p:nvPr/>
          </p:nvSpPr>
          <p:spPr>
            <a:xfrm>
              <a:off x="611560" y="3140056"/>
              <a:ext cx="3240360" cy="411996"/>
            </a:xfrm>
            <a:prstGeom prst="roundRect">
              <a:avLst/>
            </a:prstGeom>
          </p:spPr>
          <p:style>
            <a:lnRef idx="1">
              <a:schemeClr val="accent1"/>
            </a:lnRef>
            <a:fillRef idx="2">
              <a:schemeClr val="accent1"/>
            </a:fillRef>
            <a:effectRef idx="1">
              <a:schemeClr val="accent1"/>
            </a:effectRef>
            <a:fontRef idx="minor">
              <a:schemeClr val="dk1"/>
            </a:fontRef>
          </p:style>
          <p:txBody>
            <a:bodyPr rtlCol="0" anchor="t"/>
            <a:lstStyle/>
            <a:p>
              <a:r>
                <a:rPr lang="zh-CN" altLang="en-US" sz="2000" dirty="0" smtClean="0">
                  <a:latin typeface="SimHei" pitchFamily="49" charset="-122"/>
                  <a:ea typeface="SimHei" pitchFamily="49" charset="-122"/>
                </a:rPr>
                <a:t>客户</a:t>
              </a:r>
              <a:r>
                <a:rPr lang="en-US" altLang="zh-CN" sz="2000" dirty="0" smtClean="0">
                  <a:latin typeface="SimHei" pitchFamily="49" charset="-122"/>
                  <a:ea typeface="SimHei" pitchFamily="49" charset="-122"/>
                </a:rPr>
                <a:t>BOM</a:t>
              </a:r>
              <a:r>
                <a:rPr lang="en-US" altLang="zh-TW" sz="2000" dirty="0" smtClean="0">
                  <a:latin typeface="SimHei" pitchFamily="49" charset="-122"/>
                  <a:ea typeface="SimHei" pitchFamily="49" charset="-122"/>
                </a:rPr>
                <a:t> (Customer BOM)</a:t>
              </a:r>
              <a:endParaRPr lang="zh-CN" altLang="en-US" sz="2000" b="1" dirty="0"/>
            </a:p>
          </p:txBody>
        </p:sp>
      </p:grpSp>
      <p:grpSp>
        <p:nvGrpSpPr>
          <p:cNvPr id="4" name="群組 12"/>
          <p:cNvGrpSpPr/>
          <p:nvPr/>
        </p:nvGrpSpPr>
        <p:grpSpPr>
          <a:xfrm>
            <a:off x="323528" y="4005064"/>
            <a:ext cx="8352928" cy="1009024"/>
            <a:chOff x="395536" y="4652224"/>
            <a:chExt cx="8352928" cy="1009024"/>
          </a:xfrm>
        </p:grpSpPr>
        <p:sp>
          <p:nvSpPr>
            <p:cNvPr id="52" name="圆角矩形 30"/>
            <p:cNvSpPr/>
            <p:nvPr/>
          </p:nvSpPr>
          <p:spPr>
            <a:xfrm>
              <a:off x="395536" y="4869160"/>
              <a:ext cx="8352928" cy="792088"/>
            </a:xfrm>
            <a:prstGeom prst="roundRect">
              <a:avLst>
                <a:gd name="adj" fmla="val 10050"/>
              </a:avLst>
            </a:prstGeom>
          </p:spPr>
          <p:style>
            <a:lnRef idx="2">
              <a:schemeClr val="accent1"/>
            </a:lnRef>
            <a:fillRef idx="1">
              <a:schemeClr val="lt1"/>
            </a:fillRef>
            <a:effectRef idx="0">
              <a:schemeClr val="accent1"/>
            </a:effectRef>
            <a:fontRef idx="minor">
              <a:schemeClr val="dk1"/>
            </a:fontRef>
          </p:style>
          <p:txBody>
            <a:bodyPr rtlCol="0" anchor="t"/>
            <a:lstStyle/>
            <a:p>
              <a:endParaRPr lang="en-US" altLang="zh-CN" sz="1600" dirty="0" smtClean="0"/>
            </a:p>
            <a:p>
              <a:pPr>
                <a:lnSpc>
                  <a:spcPct val="150000"/>
                </a:lnSpc>
              </a:pPr>
              <a:r>
                <a:rPr lang="zh-CN" altLang="en-US" sz="1600" dirty="0" smtClean="0">
                  <a:latin typeface="SimHei" pitchFamily="49" charset="-122"/>
                  <a:ea typeface="SimHei" pitchFamily="49" charset="-122"/>
                </a:rPr>
                <a:t>建立企业产品系列与实体品号的从属关系及计划比率，用于后续企业计划依据。</a:t>
              </a:r>
              <a:endParaRPr lang="zh-CN" altLang="en-US" sz="1600" dirty="0"/>
            </a:p>
          </p:txBody>
        </p:sp>
        <p:sp>
          <p:nvSpPr>
            <p:cNvPr id="53" name="圆角矩形 31"/>
            <p:cNvSpPr/>
            <p:nvPr/>
          </p:nvSpPr>
          <p:spPr>
            <a:xfrm>
              <a:off x="611560" y="4652224"/>
              <a:ext cx="3240360" cy="411996"/>
            </a:xfrm>
            <a:prstGeom prst="roundRect">
              <a:avLst/>
            </a:prstGeom>
          </p:spPr>
          <p:style>
            <a:lnRef idx="1">
              <a:schemeClr val="accent1"/>
            </a:lnRef>
            <a:fillRef idx="2">
              <a:schemeClr val="accent1"/>
            </a:fillRef>
            <a:effectRef idx="1">
              <a:schemeClr val="accent1"/>
            </a:effectRef>
            <a:fontRef idx="minor">
              <a:schemeClr val="dk1"/>
            </a:fontRef>
          </p:style>
          <p:txBody>
            <a:bodyPr rtlCol="0" anchor="t"/>
            <a:lstStyle/>
            <a:p>
              <a:r>
                <a:rPr lang="zh-CN" altLang="en-US" sz="2000" dirty="0" smtClean="0">
                  <a:latin typeface="SimHei" pitchFamily="49" charset="-122"/>
                  <a:ea typeface="SimHei" pitchFamily="49" charset="-122"/>
                </a:rPr>
                <a:t>计划</a:t>
              </a:r>
              <a:r>
                <a:rPr lang="en-US" altLang="zh-CN" sz="2000" dirty="0" smtClean="0">
                  <a:latin typeface="SimHei" pitchFamily="49" charset="-122"/>
                  <a:ea typeface="SimHei" pitchFamily="49" charset="-122"/>
                </a:rPr>
                <a:t>BOM</a:t>
              </a:r>
              <a:r>
                <a:rPr lang="en-US" altLang="zh-TW" sz="2000" dirty="0" smtClean="0">
                  <a:latin typeface="SimHei" pitchFamily="49" charset="-122"/>
                  <a:ea typeface="SimHei" pitchFamily="49" charset="-122"/>
                </a:rPr>
                <a:t> (Planning BOM)</a:t>
              </a:r>
              <a:endParaRPr lang="zh-TW" altLang="en-US" sz="2000" dirty="0">
                <a:solidFill>
                  <a:schemeClr val="tx1"/>
                </a:solidFill>
                <a:latin typeface="SimHei" pitchFamily="49" charset="-122"/>
                <a:ea typeface="SimHei" pitchFamily="49" charset="-122"/>
              </a:endParaRPr>
            </a:p>
          </p:txBody>
        </p:sp>
      </p:grpSp>
      <p:grpSp>
        <p:nvGrpSpPr>
          <p:cNvPr id="5" name="群組 12"/>
          <p:cNvGrpSpPr/>
          <p:nvPr/>
        </p:nvGrpSpPr>
        <p:grpSpPr>
          <a:xfrm>
            <a:off x="323528" y="5229200"/>
            <a:ext cx="8352928" cy="1009024"/>
            <a:chOff x="395536" y="4652224"/>
            <a:chExt cx="8352928" cy="1009024"/>
          </a:xfrm>
        </p:grpSpPr>
        <p:sp>
          <p:nvSpPr>
            <p:cNvPr id="15" name="圆角矩形 30"/>
            <p:cNvSpPr/>
            <p:nvPr/>
          </p:nvSpPr>
          <p:spPr>
            <a:xfrm>
              <a:off x="395536" y="4869160"/>
              <a:ext cx="8352928" cy="792088"/>
            </a:xfrm>
            <a:prstGeom prst="roundRect">
              <a:avLst>
                <a:gd name="adj" fmla="val 10050"/>
              </a:avLst>
            </a:prstGeom>
          </p:spPr>
          <p:style>
            <a:lnRef idx="2">
              <a:schemeClr val="accent1"/>
            </a:lnRef>
            <a:fillRef idx="1">
              <a:schemeClr val="lt1"/>
            </a:fillRef>
            <a:effectRef idx="0">
              <a:schemeClr val="accent1"/>
            </a:effectRef>
            <a:fontRef idx="minor">
              <a:schemeClr val="dk1"/>
            </a:fontRef>
          </p:style>
          <p:txBody>
            <a:bodyPr rtlCol="0" anchor="t"/>
            <a:lstStyle/>
            <a:p>
              <a:endParaRPr lang="en-US" altLang="zh-CN" sz="1600" dirty="0" smtClean="0"/>
            </a:p>
            <a:p>
              <a:pPr>
                <a:lnSpc>
                  <a:spcPct val="150000"/>
                </a:lnSpc>
              </a:pPr>
              <a:r>
                <a:rPr lang="zh-CN" altLang="en-US" sz="1600" dirty="0" smtClean="0">
                  <a:latin typeface="SimHei" pitchFamily="49" charset="-122"/>
                  <a:ea typeface="SimHei" pitchFamily="49" charset="-122"/>
                </a:rPr>
                <a:t>某</a:t>
              </a:r>
              <a:r>
                <a:rPr lang="zh-CN" altLang="en-US" sz="1600" smtClean="0">
                  <a:latin typeface="SimHei" pitchFamily="49" charset="-122"/>
                  <a:ea typeface="SimHei" pitchFamily="49" charset="-122"/>
                </a:rPr>
                <a:t>产品</a:t>
              </a:r>
              <a:r>
                <a:rPr lang="zh-TW" altLang="en-US" sz="1600" smtClean="0">
                  <a:latin typeface="SimHei" pitchFamily="49" charset="-122"/>
                  <a:ea typeface="SimHei" pitchFamily="49" charset="-122"/>
                </a:rPr>
                <a:t>型号</a:t>
              </a:r>
              <a:r>
                <a:rPr lang="zh-CN" altLang="en-US" sz="1600" smtClean="0">
                  <a:latin typeface="SimHei" pitchFamily="49" charset="-122"/>
                  <a:ea typeface="SimHei" pitchFamily="49" charset="-122"/>
                </a:rPr>
                <a:t>最大</a:t>
              </a:r>
              <a:r>
                <a:rPr lang="zh-CN" altLang="en-US" sz="1600" dirty="0" smtClean="0">
                  <a:latin typeface="SimHei" pitchFamily="49" charset="-122"/>
                  <a:ea typeface="SimHei" pitchFamily="49" charset="-122"/>
                </a:rPr>
                <a:t>化的材料结构清单</a:t>
              </a:r>
              <a:r>
                <a:rPr lang="zh-TW" altLang="en-US" sz="1600" dirty="0" smtClean="0">
                  <a:latin typeface="SimHei" pitchFamily="49" charset="-122"/>
                  <a:ea typeface="SimHei" pitchFamily="49" charset="-122"/>
                </a:rPr>
                <a:t>。</a:t>
              </a:r>
              <a:endParaRPr lang="zh-CN" altLang="en-US" sz="1600" dirty="0"/>
            </a:p>
          </p:txBody>
        </p:sp>
        <p:sp>
          <p:nvSpPr>
            <p:cNvPr id="16" name="圆角矩形 31"/>
            <p:cNvSpPr/>
            <p:nvPr/>
          </p:nvSpPr>
          <p:spPr>
            <a:xfrm>
              <a:off x="611560" y="4652224"/>
              <a:ext cx="1224136" cy="411996"/>
            </a:xfrm>
            <a:prstGeom prst="roundRect">
              <a:avLst/>
            </a:prstGeom>
          </p:spPr>
          <p:style>
            <a:lnRef idx="1">
              <a:schemeClr val="accent1"/>
            </a:lnRef>
            <a:fillRef idx="2">
              <a:schemeClr val="accent1"/>
            </a:fillRef>
            <a:effectRef idx="1">
              <a:schemeClr val="accent1"/>
            </a:effectRef>
            <a:fontRef idx="minor">
              <a:schemeClr val="dk1"/>
            </a:fontRef>
          </p:style>
          <p:txBody>
            <a:bodyPr rtlCol="0" anchor="t"/>
            <a:lstStyle/>
            <a:p>
              <a:r>
                <a:rPr lang="en-US" altLang="zh-CN" sz="2000" dirty="0" smtClean="0">
                  <a:latin typeface="SimHei" pitchFamily="49" charset="-122"/>
                  <a:ea typeface="SimHei" pitchFamily="49" charset="-122"/>
                </a:rPr>
                <a:t>Max</a:t>
              </a:r>
              <a:r>
                <a:rPr lang="zh-TW" altLang="en-US" sz="2000" dirty="0" smtClean="0">
                  <a:latin typeface="SimHei" pitchFamily="49" charset="-122"/>
                  <a:ea typeface="SimHei" pitchFamily="49" charset="-122"/>
                </a:rPr>
                <a:t> </a:t>
              </a:r>
              <a:r>
                <a:rPr lang="en-US" altLang="zh-CN" sz="2000" dirty="0" smtClean="0">
                  <a:latin typeface="SimHei" pitchFamily="49" charset="-122"/>
                  <a:ea typeface="SimHei" pitchFamily="49" charset="-122"/>
                </a:rPr>
                <a:t>BOM</a:t>
              </a:r>
              <a:endParaRPr lang="zh-TW" altLang="en-US" sz="2000" dirty="0">
                <a:solidFill>
                  <a:schemeClr val="tx1"/>
                </a:solidFill>
                <a:latin typeface="SimHei" pitchFamily="49" charset="-122"/>
                <a:ea typeface="SimHei" pitchFamily="49" charset="-122"/>
              </a:endParaRPr>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字方塊 1"/>
          <p:cNvSpPr txBox="1">
            <a:spLocks noChangeArrowheads="1"/>
          </p:cNvSpPr>
          <p:nvPr/>
        </p:nvSpPr>
        <p:spPr bwMode="auto">
          <a:xfrm>
            <a:off x="0" y="476250"/>
            <a:ext cx="9101138" cy="646113"/>
          </a:xfrm>
          <a:prstGeom prst="rect">
            <a:avLst/>
          </a:prstGeom>
          <a:noFill/>
          <a:ln w="9525">
            <a:noFill/>
            <a:miter lim="800000"/>
          </a:ln>
        </p:spPr>
        <p:txBody>
          <a:bodyPr wrap="square">
            <a:spAutoFit/>
          </a:bodyPr>
          <a:lstStyle/>
          <a:p>
            <a:pPr algn="ctr"/>
            <a:r>
              <a:rPr lang="zh-TW" altLang="en-US" sz="3600" b="1" dirty="0" smtClean="0">
                <a:latin typeface="SimHei" pitchFamily="49" charset="-122"/>
                <a:ea typeface="SimHei" pitchFamily="49" charset="-122"/>
              </a:rPr>
              <a:t>专有名词</a:t>
            </a:r>
            <a:endParaRPr lang="zh-TW" altLang="en-US" sz="3600" b="1" dirty="0">
              <a:latin typeface="SimHei" pitchFamily="49" charset="-122"/>
              <a:ea typeface="SimHei" pitchFamily="49" charset="-122"/>
            </a:endParaRPr>
          </a:p>
        </p:txBody>
      </p:sp>
      <p:sp>
        <p:nvSpPr>
          <p:cNvPr id="10244" name="投影片編號版面配置區 2"/>
          <p:cNvSpPr txBox="1"/>
          <p:nvPr/>
        </p:nvSpPr>
        <p:spPr bwMode="auto">
          <a:xfrm>
            <a:off x="8550275" y="6383338"/>
            <a:ext cx="719138" cy="476250"/>
          </a:xfrm>
          <a:prstGeom prst="rect">
            <a:avLst/>
          </a:prstGeom>
          <a:noFill/>
          <a:ln w="9525">
            <a:noFill/>
            <a:miter lim="800000"/>
          </a:ln>
        </p:spPr>
        <p:txBody>
          <a:bodyPr/>
          <a:lstStyle/>
          <a:p>
            <a:fld id="{5D3F4FB2-CDD5-4426-BC9B-6BC33CB0D6BB}" type="slidenum">
              <a:rPr lang="en-US" altLang="zh-TW"/>
            </a:fld>
            <a:endParaRPr lang="en-US" altLang="zh-TW"/>
          </a:p>
        </p:txBody>
      </p:sp>
      <p:grpSp>
        <p:nvGrpSpPr>
          <p:cNvPr id="2" name="群組 10"/>
          <p:cNvGrpSpPr/>
          <p:nvPr/>
        </p:nvGrpSpPr>
        <p:grpSpPr>
          <a:xfrm>
            <a:off x="323528" y="1556792"/>
            <a:ext cx="8352928" cy="1008112"/>
            <a:chOff x="395536" y="1628800"/>
            <a:chExt cx="8352928" cy="1440160"/>
          </a:xfrm>
        </p:grpSpPr>
        <p:sp>
          <p:nvSpPr>
            <p:cNvPr id="48" name="圆角矩形 30"/>
            <p:cNvSpPr/>
            <p:nvPr/>
          </p:nvSpPr>
          <p:spPr>
            <a:xfrm>
              <a:off x="395536" y="1845736"/>
              <a:ext cx="8352928" cy="1223224"/>
            </a:xfrm>
            <a:prstGeom prst="roundRect">
              <a:avLst>
                <a:gd name="adj" fmla="val 10050"/>
              </a:avLst>
            </a:prstGeom>
          </p:spPr>
          <p:style>
            <a:lnRef idx="2">
              <a:schemeClr val="accent1"/>
            </a:lnRef>
            <a:fillRef idx="1">
              <a:schemeClr val="lt1"/>
            </a:fillRef>
            <a:effectRef idx="0">
              <a:schemeClr val="accent1"/>
            </a:effectRef>
            <a:fontRef idx="minor">
              <a:schemeClr val="dk1"/>
            </a:fontRef>
          </p:style>
          <p:txBody>
            <a:bodyPr rtlCol="0" anchor="t"/>
            <a:lstStyle/>
            <a:p>
              <a:endParaRPr lang="en-US" altLang="zh-CN" sz="1600" dirty="0" smtClean="0"/>
            </a:p>
            <a:p>
              <a:pPr>
                <a:lnSpc>
                  <a:spcPct val="150000"/>
                </a:lnSpc>
              </a:pPr>
              <a:r>
                <a:rPr lang="zh-CN" altLang="en-US" sz="1600" smtClean="0">
                  <a:latin typeface="SimSun" pitchFamily="2" charset="-122"/>
                  <a:ea typeface="SimSun" pitchFamily="2" charset="-122"/>
                </a:rPr>
                <a:t>通常使用于新产品完成后</a:t>
              </a:r>
              <a:r>
                <a:rPr lang="en-US" altLang="zh-TW" sz="1600" smtClean="0">
                  <a:latin typeface="SimSun" pitchFamily="2" charset="-122"/>
                  <a:ea typeface="SimSun" pitchFamily="2" charset="-122"/>
                </a:rPr>
                <a:t>﹐</a:t>
              </a:r>
              <a:r>
                <a:rPr lang="zh-CN" altLang="en-US" sz="1600" smtClean="0">
                  <a:latin typeface="SimSun" pitchFamily="2" charset="-122"/>
                  <a:ea typeface="SimSun" pitchFamily="2" charset="-122"/>
                </a:rPr>
                <a:t>非工程单位就本身之需要发出工程变更申请</a:t>
              </a:r>
              <a:r>
                <a:rPr lang="en-US" altLang="zh-TW" sz="1600" smtClean="0">
                  <a:latin typeface="SimSun" pitchFamily="2" charset="-122"/>
                  <a:ea typeface="SimSun" pitchFamily="2" charset="-122"/>
                </a:rPr>
                <a:t>﹐</a:t>
              </a:r>
              <a:r>
                <a:rPr lang="zh-CN" altLang="en-US" sz="1600" smtClean="0">
                  <a:latin typeface="SimSun" pitchFamily="2" charset="-122"/>
                  <a:ea typeface="SimSun" pitchFamily="2" charset="-122"/>
                </a:rPr>
                <a:t>交工程单位研究。</a:t>
              </a:r>
              <a:endParaRPr lang="zh-TW" altLang="en-US" sz="1600" dirty="0" smtClean="0">
                <a:solidFill>
                  <a:schemeClr val="tx1"/>
                </a:solidFill>
                <a:latin typeface="SimSun" pitchFamily="2" charset="-122"/>
                <a:ea typeface="SimSun" pitchFamily="2" charset="-122"/>
              </a:endParaRPr>
            </a:p>
            <a:p>
              <a:endParaRPr lang="zh-CN" altLang="en-US" sz="1600" dirty="0">
                <a:latin typeface="SimSun" pitchFamily="2" charset="-122"/>
                <a:ea typeface="SimSun" pitchFamily="2" charset="-122"/>
              </a:endParaRPr>
            </a:p>
          </p:txBody>
        </p:sp>
        <p:sp>
          <p:nvSpPr>
            <p:cNvPr id="49" name="圆角矩形 31"/>
            <p:cNvSpPr/>
            <p:nvPr/>
          </p:nvSpPr>
          <p:spPr>
            <a:xfrm>
              <a:off x="611560" y="1628800"/>
              <a:ext cx="6336704" cy="617211"/>
            </a:xfrm>
            <a:prstGeom prst="roundRect">
              <a:avLst/>
            </a:prstGeom>
          </p:spPr>
          <p:style>
            <a:lnRef idx="1">
              <a:schemeClr val="accent1"/>
            </a:lnRef>
            <a:fillRef idx="2">
              <a:schemeClr val="accent1"/>
            </a:fillRef>
            <a:effectRef idx="1">
              <a:schemeClr val="accent1"/>
            </a:effectRef>
            <a:fontRef idx="minor">
              <a:schemeClr val="dk1"/>
            </a:fontRef>
          </p:style>
          <p:txBody>
            <a:bodyPr rtlCol="0" anchor="t"/>
            <a:lstStyle/>
            <a:p>
              <a:r>
                <a:rPr lang="en-US" altLang="zh-TW" sz="2000" dirty="0" smtClean="0"/>
                <a:t> </a:t>
              </a:r>
              <a:r>
                <a:rPr lang="en-US" altLang="zh-TW" sz="2000" dirty="0" smtClean="0">
                  <a:latin typeface="SimHei" pitchFamily="49" charset="-122"/>
                  <a:ea typeface="SimHei" pitchFamily="49" charset="-122"/>
                </a:rPr>
                <a:t>ECR (Engineering Change </a:t>
              </a:r>
              <a:r>
                <a:rPr lang="en-US" altLang="zh-TW" sz="2000" smtClean="0">
                  <a:latin typeface="SimHei" pitchFamily="49" charset="-122"/>
                  <a:ea typeface="SimHei" pitchFamily="49" charset="-122"/>
                </a:rPr>
                <a:t>Request)</a:t>
              </a:r>
              <a:r>
                <a:rPr lang="zh-CN" altLang="en-US" sz="2000" smtClean="0">
                  <a:latin typeface="SimHei" pitchFamily="49" charset="-122"/>
                  <a:ea typeface="SimHei" pitchFamily="49" charset="-122"/>
                </a:rPr>
                <a:t>工程变更申请</a:t>
              </a:r>
              <a:endParaRPr lang="zh-CN" altLang="en-US" sz="2000" b="1" dirty="0">
                <a:latin typeface="SimHei" pitchFamily="49" charset="-122"/>
                <a:ea typeface="SimHei" pitchFamily="49" charset="-122"/>
              </a:endParaRPr>
            </a:p>
          </p:txBody>
        </p:sp>
      </p:grpSp>
      <p:grpSp>
        <p:nvGrpSpPr>
          <p:cNvPr id="3" name="群組 11"/>
          <p:cNvGrpSpPr/>
          <p:nvPr/>
        </p:nvGrpSpPr>
        <p:grpSpPr>
          <a:xfrm>
            <a:off x="323528" y="2780928"/>
            <a:ext cx="8352928" cy="1009024"/>
            <a:chOff x="395536" y="3140056"/>
            <a:chExt cx="8352928" cy="1009024"/>
          </a:xfrm>
        </p:grpSpPr>
        <p:sp>
          <p:nvSpPr>
            <p:cNvPr id="50" name="圆角矩形 30"/>
            <p:cNvSpPr/>
            <p:nvPr/>
          </p:nvSpPr>
          <p:spPr>
            <a:xfrm>
              <a:off x="395536" y="3356992"/>
              <a:ext cx="8352928" cy="792088"/>
            </a:xfrm>
            <a:prstGeom prst="roundRect">
              <a:avLst>
                <a:gd name="adj" fmla="val 10050"/>
              </a:avLst>
            </a:prstGeom>
          </p:spPr>
          <p:style>
            <a:lnRef idx="2">
              <a:schemeClr val="accent1"/>
            </a:lnRef>
            <a:fillRef idx="1">
              <a:schemeClr val="lt1"/>
            </a:fillRef>
            <a:effectRef idx="0">
              <a:schemeClr val="accent1"/>
            </a:effectRef>
            <a:fontRef idx="minor">
              <a:schemeClr val="dk1"/>
            </a:fontRef>
          </p:style>
          <p:txBody>
            <a:bodyPr rtlCol="0" anchor="t"/>
            <a:lstStyle/>
            <a:p>
              <a:endParaRPr lang="en-US" altLang="zh-CN" sz="1600" dirty="0" smtClean="0"/>
            </a:p>
            <a:p>
              <a:pPr>
                <a:lnSpc>
                  <a:spcPct val="150000"/>
                </a:lnSpc>
              </a:pPr>
              <a:r>
                <a:rPr lang="zh-CN" altLang="en-US" sz="1600" smtClean="0">
                  <a:latin typeface="SimSun" pitchFamily="2" charset="-122"/>
                  <a:ea typeface="SimSun" pitchFamily="2" charset="-122"/>
                </a:rPr>
                <a:t>通常使用于新产品开发过程中之工程变更</a:t>
              </a:r>
              <a:r>
                <a:rPr lang="en-US" altLang="zh-TW" sz="1600" smtClean="0">
                  <a:latin typeface="SimSun" pitchFamily="2" charset="-122"/>
                  <a:ea typeface="SimSun" pitchFamily="2" charset="-122"/>
                </a:rPr>
                <a:t>﹐</a:t>
              </a:r>
              <a:r>
                <a:rPr lang="zh-CN" altLang="en-US" sz="1600" smtClean="0">
                  <a:latin typeface="SimSun" pitchFamily="2" charset="-122"/>
                  <a:ea typeface="SimSun" pitchFamily="2" charset="-122"/>
                </a:rPr>
                <a:t>工程部门确认变更后发出</a:t>
              </a:r>
              <a:r>
                <a:rPr lang="en-US" altLang="zh-TW" sz="1600" smtClean="0">
                  <a:latin typeface="SimSun" pitchFamily="2" charset="-122"/>
                  <a:ea typeface="SimSun" pitchFamily="2" charset="-122"/>
                </a:rPr>
                <a:t>﹐</a:t>
              </a:r>
              <a:r>
                <a:rPr lang="zh-CN" altLang="en-US" sz="1600" smtClean="0">
                  <a:latin typeface="SimSun" pitchFamily="2" charset="-122"/>
                  <a:ea typeface="SimSun" pitchFamily="2" charset="-122"/>
                </a:rPr>
                <a:t>通知相关单位。</a:t>
              </a:r>
              <a:br>
                <a:rPr lang="zh-CN" altLang="en-US" sz="1600" smtClean="0">
                  <a:latin typeface="SimSun" pitchFamily="2" charset="-122"/>
                  <a:ea typeface="SimSun" pitchFamily="2" charset="-122"/>
                </a:rPr>
              </a:br>
              <a:br>
                <a:rPr lang="zh-TW" altLang="en-US" sz="1600" smtClean="0"/>
              </a:br>
              <a:r>
                <a:rPr lang="zh-TW" altLang="en-US" sz="1600" smtClean="0">
                  <a:latin typeface="SimHei" pitchFamily="49" charset="-122"/>
                  <a:ea typeface="SimHei" pitchFamily="49" charset="-122"/>
                </a:rPr>
                <a:t>。</a:t>
              </a:r>
              <a:endParaRPr lang="zh-CN" altLang="en-US" sz="1600" dirty="0"/>
            </a:p>
          </p:txBody>
        </p:sp>
        <p:sp>
          <p:nvSpPr>
            <p:cNvPr id="51" name="圆角矩形 31"/>
            <p:cNvSpPr/>
            <p:nvPr/>
          </p:nvSpPr>
          <p:spPr>
            <a:xfrm>
              <a:off x="611560" y="3140056"/>
              <a:ext cx="6048672" cy="411996"/>
            </a:xfrm>
            <a:prstGeom prst="roundRect">
              <a:avLst/>
            </a:prstGeom>
          </p:spPr>
          <p:style>
            <a:lnRef idx="1">
              <a:schemeClr val="accent1"/>
            </a:lnRef>
            <a:fillRef idx="2">
              <a:schemeClr val="accent1"/>
            </a:fillRef>
            <a:effectRef idx="1">
              <a:schemeClr val="accent1"/>
            </a:effectRef>
            <a:fontRef idx="minor">
              <a:schemeClr val="dk1"/>
            </a:fontRef>
          </p:style>
          <p:txBody>
            <a:bodyPr rtlCol="0" anchor="t"/>
            <a:lstStyle/>
            <a:p>
              <a:r>
                <a:rPr lang="en-US" altLang="zh-TW" sz="2000" dirty="0" smtClean="0">
                  <a:latin typeface="SimHei" pitchFamily="49" charset="-122"/>
                  <a:ea typeface="SimHei" pitchFamily="49" charset="-122"/>
                </a:rPr>
                <a:t>ECN (Engineering Change </a:t>
              </a:r>
              <a:r>
                <a:rPr lang="en-US" altLang="zh-TW" sz="2000" smtClean="0">
                  <a:latin typeface="SimHei" pitchFamily="49" charset="-122"/>
                  <a:ea typeface="SimHei" pitchFamily="49" charset="-122"/>
                </a:rPr>
                <a:t>Notice)</a:t>
              </a:r>
              <a:r>
                <a:rPr lang="zh-CN" altLang="en-US" sz="2000" smtClean="0">
                  <a:latin typeface="SimHei" pitchFamily="49" charset="-122"/>
                  <a:ea typeface="SimHei" pitchFamily="49" charset="-122"/>
                </a:rPr>
                <a:t>工程变更通知</a:t>
              </a:r>
              <a:endParaRPr lang="zh-CN" altLang="en-US" sz="2000" b="1" dirty="0">
                <a:latin typeface="SimHei" pitchFamily="49" charset="-122"/>
                <a:ea typeface="SimHei" pitchFamily="49" charset="-122"/>
              </a:endParaRPr>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投影片編號版面配置區 2"/>
          <p:cNvSpPr txBox="1"/>
          <p:nvPr/>
        </p:nvSpPr>
        <p:spPr bwMode="auto">
          <a:xfrm>
            <a:off x="8550275" y="6383338"/>
            <a:ext cx="719138" cy="476250"/>
          </a:xfrm>
          <a:prstGeom prst="rect">
            <a:avLst/>
          </a:prstGeom>
          <a:noFill/>
          <a:ln w="9525">
            <a:noFill/>
            <a:miter lim="800000"/>
          </a:ln>
        </p:spPr>
        <p:txBody>
          <a:bodyPr/>
          <a:lstStyle/>
          <a:p>
            <a:fld id="{D3C3A733-9116-48AF-8239-7A570A5DF8A5}" type="slidenum">
              <a:rPr lang="en-US" altLang="zh-TW"/>
            </a:fld>
            <a:endParaRPr lang="en-US" altLang="zh-TW"/>
          </a:p>
        </p:txBody>
      </p:sp>
      <p:cxnSp>
        <p:nvCxnSpPr>
          <p:cNvPr id="34" name="直接连接符 8"/>
          <p:cNvCxnSpPr/>
          <p:nvPr/>
        </p:nvCxnSpPr>
        <p:spPr>
          <a:xfrm>
            <a:off x="395536" y="1124744"/>
            <a:ext cx="680402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4854" name="文字方塊 1"/>
          <p:cNvSpPr txBox="1">
            <a:spLocks noChangeArrowheads="1"/>
          </p:cNvSpPr>
          <p:nvPr/>
        </p:nvSpPr>
        <p:spPr bwMode="auto">
          <a:xfrm>
            <a:off x="280988" y="476250"/>
            <a:ext cx="8820150" cy="646113"/>
          </a:xfrm>
          <a:prstGeom prst="rect">
            <a:avLst/>
          </a:prstGeom>
          <a:noFill/>
          <a:ln w="9525">
            <a:noFill/>
            <a:miter lim="800000"/>
          </a:ln>
        </p:spPr>
        <p:txBody>
          <a:bodyPr>
            <a:spAutoFit/>
          </a:bodyPr>
          <a:lstStyle/>
          <a:p>
            <a:r>
              <a:rPr lang="en-US" altLang="zh-CN" sz="3600" b="1" dirty="0" err="1" smtClean="0">
                <a:latin typeface="SimHei" pitchFamily="49" charset="-122"/>
                <a:ea typeface="SimHei" pitchFamily="49" charset="-122"/>
              </a:rPr>
              <a:t>ConfigBOM</a:t>
            </a:r>
            <a:r>
              <a:rPr lang="zh-CN" altLang="en-US" sz="3600" b="1" dirty="0" smtClean="0">
                <a:latin typeface="SimHei" pitchFamily="49" charset="-122"/>
                <a:ea typeface="SimHei" pitchFamily="49" charset="-122"/>
              </a:rPr>
              <a:t>建置流程</a:t>
            </a:r>
            <a:r>
              <a:rPr lang="en-US" altLang="zh-CN" sz="3600" b="1" dirty="0" smtClean="0">
                <a:latin typeface="SimHei" pitchFamily="49" charset="-122"/>
                <a:ea typeface="SimHei" pitchFamily="49" charset="-122"/>
              </a:rPr>
              <a:t>-</a:t>
            </a:r>
            <a:r>
              <a:rPr lang="zh-CN" altLang="en-US" sz="3200" b="1" dirty="0" smtClean="0">
                <a:latin typeface="SimHei" pitchFamily="49" charset="-122"/>
                <a:ea typeface="SimHei" pitchFamily="49" charset="-122"/>
              </a:rPr>
              <a:t>专有名词</a:t>
            </a:r>
            <a:endParaRPr lang="zh-TW" altLang="en-US" sz="3200" b="1" dirty="0">
              <a:latin typeface="SimHei" pitchFamily="49" charset="-122"/>
              <a:ea typeface="SimHei" pitchFamily="49" charset="-122"/>
            </a:endParaRPr>
          </a:p>
        </p:txBody>
      </p:sp>
      <p:sp>
        <p:nvSpPr>
          <p:cNvPr id="7" name="圆角矩形 6"/>
          <p:cNvSpPr/>
          <p:nvPr/>
        </p:nvSpPr>
        <p:spPr>
          <a:xfrm>
            <a:off x="971600" y="1772816"/>
            <a:ext cx="7600950" cy="1008112"/>
          </a:xfrm>
          <a:prstGeom prst="roundRect">
            <a:avLst/>
          </a:prstGeom>
        </p:spPr>
        <p:style>
          <a:lnRef idx="2">
            <a:schemeClr val="accent1"/>
          </a:lnRef>
          <a:fillRef idx="1">
            <a:schemeClr val="lt1"/>
          </a:fillRef>
          <a:effectRef idx="0">
            <a:schemeClr val="accent1"/>
          </a:effectRef>
          <a:fontRef idx="minor">
            <a:schemeClr val="dk1"/>
          </a:fontRef>
        </p:style>
        <p:txBody>
          <a:bodyPr/>
          <a:lstStyle/>
          <a:p>
            <a:pPr lvl="0" eaLnBrk="0" fontAlgn="ctr" hangingPunct="0"/>
            <a:r>
              <a:rPr lang="en-US" altLang="zh-CN" dirty="0" smtClean="0">
                <a:solidFill>
                  <a:schemeClr val="tx1"/>
                </a:solidFill>
                <a:latin typeface="SimSun" pitchFamily="2" charset="-122"/>
                <a:ea typeface="SimSun" pitchFamily="2" charset="-122"/>
              </a:rPr>
              <a:t>1.</a:t>
            </a:r>
            <a:r>
              <a:rPr lang="zh-CN" altLang="en-US" dirty="0" smtClean="0">
                <a:solidFill>
                  <a:schemeClr val="tx1"/>
                </a:solidFill>
                <a:latin typeface="SimSun" pitchFamily="2" charset="-122"/>
                <a:ea typeface="SimSun" pitchFamily="2" charset="-122"/>
              </a:rPr>
              <a:t>企业预先设置与确定好可提供给客户的产品组合</a:t>
            </a:r>
            <a:r>
              <a:rPr lang="en-US" altLang="zh-CN" dirty="0" smtClean="0">
                <a:solidFill>
                  <a:schemeClr val="tx1"/>
                </a:solidFill>
                <a:latin typeface="SimSun" pitchFamily="2" charset="-122"/>
                <a:ea typeface="SimSun" pitchFamily="2" charset="-122"/>
              </a:rPr>
              <a:t>,</a:t>
            </a:r>
            <a:r>
              <a:rPr lang="zh-CN" altLang="en-US" dirty="0" smtClean="0">
                <a:solidFill>
                  <a:schemeClr val="tx1"/>
                </a:solidFill>
                <a:latin typeface="SimSun" pitchFamily="2" charset="-122"/>
                <a:ea typeface="SimSun" pitchFamily="2" charset="-122"/>
              </a:rPr>
              <a:t>组合以外的产品无法提供。如：电脑组装、自行车组装</a:t>
            </a:r>
            <a:endParaRPr lang="en-US" altLang="zh-CN" dirty="0" smtClean="0">
              <a:solidFill>
                <a:schemeClr val="tx1"/>
              </a:solidFill>
              <a:latin typeface="SimSun" pitchFamily="2" charset="-122"/>
              <a:ea typeface="SimSun" pitchFamily="2" charset="-122"/>
            </a:endParaRPr>
          </a:p>
          <a:p>
            <a:pPr lvl="0" eaLnBrk="0" fontAlgn="ctr" hangingPunct="0"/>
            <a:r>
              <a:rPr lang="en-US" altLang="zh-CN" dirty="0" smtClean="0">
                <a:solidFill>
                  <a:schemeClr val="tx1"/>
                </a:solidFill>
                <a:latin typeface="SimSun" pitchFamily="2" charset="-122"/>
                <a:ea typeface="SimSun" pitchFamily="2" charset="-122"/>
              </a:rPr>
              <a:t>2.</a:t>
            </a:r>
            <a:r>
              <a:rPr lang="zh-CN" altLang="en-US" dirty="0" smtClean="0">
                <a:solidFill>
                  <a:schemeClr val="tx1"/>
                </a:solidFill>
                <a:latin typeface="SimSun" pitchFamily="2" charset="-122"/>
                <a:ea typeface="SimSun" pitchFamily="2" charset="-122"/>
              </a:rPr>
              <a:t>在系统中表现为</a:t>
            </a:r>
            <a:r>
              <a:rPr lang="en-US" altLang="zh-CN" dirty="0" smtClean="0">
                <a:solidFill>
                  <a:schemeClr val="tx1"/>
                </a:solidFill>
                <a:latin typeface="SimSun" pitchFamily="2" charset="-122"/>
                <a:ea typeface="SimSun" pitchFamily="2" charset="-122"/>
              </a:rPr>
              <a:t>:</a:t>
            </a:r>
            <a:r>
              <a:rPr lang="zh-CN" altLang="en-US" dirty="0" smtClean="0">
                <a:solidFill>
                  <a:schemeClr val="tx1"/>
                </a:solidFill>
                <a:latin typeface="SimSun" pitchFamily="2" charset="-122"/>
                <a:ea typeface="SimSun" pitchFamily="2" charset="-122"/>
              </a:rPr>
              <a:t>品号特征码需在事先定义</a:t>
            </a:r>
            <a:endParaRPr lang="en-US" altLang="zh-CN" dirty="0" smtClean="0">
              <a:solidFill>
                <a:schemeClr val="tx1"/>
              </a:solidFill>
              <a:latin typeface="SimSun" pitchFamily="2" charset="-122"/>
              <a:ea typeface="SimSun" pitchFamily="2" charset="-122"/>
            </a:endParaRPr>
          </a:p>
          <a:p>
            <a:pPr lvl="0" eaLnBrk="0" fontAlgn="ctr" hangingPunct="0"/>
            <a:endParaRPr lang="zh-CN" altLang="en-US" dirty="0" smtClean="0">
              <a:solidFill>
                <a:schemeClr val="tx1"/>
              </a:solidFill>
              <a:latin typeface="SimSun" pitchFamily="2" charset="-122"/>
              <a:ea typeface="SimSun" pitchFamily="2" charset="-122"/>
            </a:endParaRPr>
          </a:p>
        </p:txBody>
      </p:sp>
      <p:sp>
        <p:nvSpPr>
          <p:cNvPr id="8" name="圆角矩形 7"/>
          <p:cNvSpPr/>
          <p:nvPr/>
        </p:nvSpPr>
        <p:spPr>
          <a:xfrm>
            <a:off x="466725" y="1338139"/>
            <a:ext cx="1349375" cy="411162"/>
          </a:xfrm>
          <a:prstGeom prst="roundRect">
            <a:avLst/>
          </a:prstGeom>
        </p:spPr>
        <p:style>
          <a:lnRef idx="1">
            <a:schemeClr val="accent1"/>
          </a:lnRef>
          <a:fillRef idx="2">
            <a:schemeClr val="accent1"/>
          </a:fillRef>
          <a:effectRef idx="1">
            <a:schemeClr val="accent1"/>
          </a:effectRef>
          <a:fontRef idx="minor">
            <a:schemeClr val="dk1"/>
          </a:fontRef>
        </p:style>
        <p:txBody>
          <a:bodyPr/>
          <a:lstStyle/>
          <a:p>
            <a:pPr lvl="0" algn="ctr" eaLnBrk="0" fontAlgn="ctr" hangingPunct="0"/>
            <a:r>
              <a:rPr lang="zh-CN" altLang="en-US" sz="2000" b="1" dirty="0" smtClean="0">
                <a:solidFill>
                  <a:schemeClr val="tx1"/>
                </a:solidFill>
                <a:latin typeface="微软雅黑" pitchFamily="34" charset="-122"/>
                <a:ea typeface="微软雅黑" pitchFamily="34" charset="-122"/>
              </a:rPr>
              <a:t>套餐式</a:t>
            </a:r>
            <a:endParaRPr lang="zh-TW" altLang="en-US" sz="2000" b="1" dirty="0" smtClean="0">
              <a:solidFill>
                <a:schemeClr val="tx1"/>
              </a:solidFill>
              <a:latin typeface="微软雅黑" pitchFamily="34" charset="-122"/>
              <a:ea typeface="微软雅黑" pitchFamily="34" charset="-122"/>
            </a:endParaRPr>
          </a:p>
        </p:txBody>
      </p:sp>
      <p:sp>
        <p:nvSpPr>
          <p:cNvPr id="9" name="圆角矩形 8"/>
          <p:cNvSpPr/>
          <p:nvPr/>
        </p:nvSpPr>
        <p:spPr>
          <a:xfrm>
            <a:off x="891407" y="3500363"/>
            <a:ext cx="7600950" cy="936749"/>
          </a:xfrm>
          <a:prstGeom prst="roundRect">
            <a:avLst/>
          </a:prstGeom>
        </p:spPr>
        <p:style>
          <a:lnRef idx="2">
            <a:schemeClr val="accent1"/>
          </a:lnRef>
          <a:fillRef idx="1">
            <a:schemeClr val="lt1"/>
          </a:fillRef>
          <a:effectRef idx="0">
            <a:schemeClr val="accent1"/>
          </a:effectRef>
          <a:fontRef idx="minor">
            <a:schemeClr val="dk1"/>
          </a:fontRef>
        </p:style>
        <p:txBody>
          <a:bodyPr/>
          <a:lstStyle/>
          <a:p>
            <a:pPr lvl="0"/>
            <a:r>
              <a:rPr lang="en-US" altLang="zh-CN" dirty="0" smtClean="0">
                <a:solidFill>
                  <a:srgbClr val="000000"/>
                </a:solidFill>
                <a:latin typeface="宋体" charset="-122"/>
              </a:rPr>
              <a:t>1.</a:t>
            </a:r>
            <a:r>
              <a:rPr lang="zh-CN" altLang="en-US" dirty="0" smtClean="0">
                <a:solidFill>
                  <a:srgbClr val="000000"/>
                </a:solidFill>
                <a:latin typeface="宋体" charset="-122"/>
              </a:rPr>
              <a:t>企业预设可提供产品组合范围，但具体实际特征需接单时依客户需求或现场实际测量值</a:t>
            </a:r>
            <a:r>
              <a:rPr lang="en-US" altLang="zh-CN" dirty="0" smtClean="0">
                <a:solidFill>
                  <a:srgbClr val="000000"/>
                </a:solidFill>
                <a:latin typeface="宋体" charset="-122"/>
              </a:rPr>
              <a:t>,</a:t>
            </a:r>
            <a:r>
              <a:rPr lang="zh-CN" altLang="en-US" dirty="0" smtClean="0">
                <a:solidFill>
                  <a:srgbClr val="000000"/>
                </a:solidFill>
                <a:latin typeface="宋体" charset="-122"/>
              </a:rPr>
              <a:t>方可提供完整确定产品组合。如：订制窗帘、订制货架。</a:t>
            </a:r>
            <a:endParaRPr lang="en-US" altLang="zh-CN" dirty="0" smtClean="0">
              <a:solidFill>
                <a:srgbClr val="000000"/>
              </a:solidFill>
              <a:latin typeface="宋体" charset="-122"/>
            </a:endParaRPr>
          </a:p>
          <a:p>
            <a:r>
              <a:rPr lang="en-US" altLang="zh-CN" dirty="0" smtClean="0">
                <a:solidFill>
                  <a:schemeClr val="tx1"/>
                </a:solidFill>
                <a:latin typeface="SimSun" pitchFamily="2" charset="-122"/>
                <a:ea typeface="SimSun" pitchFamily="2" charset="-122"/>
              </a:rPr>
              <a:t>2.</a:t>
            </a:r>
            <a:r>
              <a:rPr lang="zh-CN" altLang="en-US" dirty="0" smtClean="0">
                <a:solidFill>
                  <a:schemeClr val="tx1"/>
                </a:solidFill>
                <a:latin typeface="SimSun" pitchFamily="2" charset="-122"/>
                <a:ea typeface="SimSun" pitchFamily="2" charset="-122"/>
              </a:rPr>
              <a:t>在系统中表现为</a:t>
            </a:r>
            <a:r>
              <a:rPr lang="en-US" altLang="zh-CN" dirty="0" smtClean="0">
                <a:solidFill>
                  <a:schemeClr val="tx1"/>
                </a:solidFill>
                <a:latin typeface="SimSun" pitchFamily="2" charset="-122"/>
                <a:ea typeface="SimSun" pitchFamily="2" charset="-122"/>
              </a:rPr>
              <a:t>:</a:t>
            </a:r>
            <a:r>
              <a:rPr lang="zh-CN" altLang="en-US" dirty="0" smtClean="0">
                <a:solidFill>
                  <a:schemeClr val="tx1"/>
                </a:solidFill>
                <a:latin typeface="SimSun" pitchFamily="2" charset="-122"/>
                <a:ea typeface="SimSun" pitchFamily="2" charset="-122"/>
              </a:rPr>
              <a:t>品号特征码需在接单时再产生</a:t>
            </a:r>
            <a:endParaRPr lang="en-US" altLang="zh-CN" dirty="0" smtClean="0">
              <a:solidFill>
                <a:schemeClr val="tx1"/>
              </a:solidFill>
              <a:latin typeface="SimSun" pitchFamily="2" charset="-122"/>
              <a:ea typeface="SimSun" pitchFamily="2" charset="-122"/>
            </a:endParaRPr>
          </a:p>
          <a:p>
            <a:pPr lvl="0"/>
            <a:endParaRPr lang="en-US" altLang="zh-CN" dirty="0">
              <a:solidFill>
                <a:srgbClr val="000000"/>
              </a:solidFill>
              <a:latin typeface="宋体" charset="-122"/>
            </a:endParaRPr>
          </a:p>
          <a:p>
            <a:endParaRPr lang="zh-CN" altLang="en-US" sz="1600" dirty="0">
              <a:solidFill>
                <a:srgbClr val="000000"/>
              </a:solidFill>
            </a:endParaRPr>
          </a:p>
        </p:txBody>
      </p:sp>
      <p:sp>
        <p:nvSpPr>
          <p:cNvPr id="10" name="圆角矩形 9"/>
          <p:cNvSpPr/>
          <p:nvPr/>
        </p:nvSpPr>
        <p:spPr>
          <a:xfrm>
            <a:off x="467544" y="3089201"/>
            <a:ext cx="1349375" cy="411162"/>
          </a:xfrm>
          <a:prstGeom prst="roundRect">
            <a:avLst/>
          </a:prstGeom>
        </p:spPr>
        <p:style>
          <a:lnRef idx="1">
            <a:schemeClr val="accent1"/>
          </a:lnRef>
          <a:fillRef idx="2">
            <a:schemeClr val="accent1"/>
          </a:fillRef>
          <a:effectRef idx="1">
            <a:schemeClr val="accent1"/>
          </a:effectRef>
          <a:fontRef idx="minor">
            <a:schemeClr val="dk1"/>
          </a:fontRef>
        </p:style>
        <p:txBody>
          <a:bodyPr/>
          <a:lstStyle/>
          <a:p>
            <a:pPr lvl="0" algn="ctr" eaLnBrk="0" fontAlgn="ctr" hangingPunct="0"/>
            <a:r>
              <a:rPr lang="zh-CN" altLang="en-US" sz="2000" b="1" dirty="0" smtClean="0">
                <a:solidFill>
                  <a:schemeClr val="tx1"/>
                </a:solidFill>
                <a:latin typeface="微软雅黑" pitchFamily="34" charset="-122"/>
                <a:ea typeface="微软雅黑" pitchFamily="34" charset="-122"/>
              </a:rPr>
              <a:t>设计式</a:t>
            </a:r>
            <a:endParaRPr lang="zh-TW" altLang="en-US" sz="2000" b="1" dirty="0" smtClean="0">
              <a:solidFill>
                <a:schemeClr val="tx1"/>
              </a:solidFill>
              <a:latin typeface="微软雅黑" pitchFamily="34" charset="-122"/>
              <a:ea typeface="微软雅黑" pitchFamily="34" charset="-122"/>
            </a:endParaRPr>
          </a:p>
        </p:txBody>
      </p:sp>
      <p:sp>
        <p:nvSpPr>
          <p:cNvPr id="11" name="圆角矩形 10"/>
          <p:cNvSpPr/>
          <p:nvPr/>
        </p:nvSpPr>
        <p:spPr>
          <a:xfrm>
            <a:off x="859482" y="5228555"/>
            <a:ext cx="7600950" cy="720725"/>
          </a:xfrm>
          <a:prstGeom prst="roundRect">
            <a:avLst/>
          </a:prstGeom>
        </p:spPr>
        <p:style>
          <a:lnRef idx="2">
            <a:schemeClr val="accent1"/>
          </a:lnRef>
          <a:fillRef idx="1">
            <a:schemeClr val="lt1"/>
          </a:fillRef>
          <a:effectRef idx="0">
            <a:schemeClr val="accent1"/>
          </a:effectRef>
          <a:fontRef idx="minor">
            <a:schemeClr val="dk1"/>
          </a:fontRef>
        </p:style>
        <p:txBody>
          <a:bodyPr/>
          <a:lstStyle/>
          <a:p>
            <a:r>
              <a:rPr lang="zh-CN" altLang="en-US" dirty="0" smtClean="0">
                <a:solidFill>
                  <a:schemeClr val="tx1"/>
                </a:solidFill>
                <a:latin typeface="SimSun" pitchFamily="2" charset="-122"/>
                <a:ea typeface="SimSun" pitchFamily="2" charset="-122"/>
              </a:rPr>
              <a:t>产品不同特征的描述，具体包含由企业预设值的属性和由用户给定具体值的参数</a:t>
            </a:r>
            <a:r>
              <a:rPr lang="en-US" altLang="zh-CN" dirty="0" smtClean="0">
                <a:solidFill>
                  <a:schemeClr val="tx1"/>
                </a:solidFill>
                <a:latin typeface="SimSun" pitchFamily="2" charset="-122"/>
                <a:ea typeface="SimSun" pitchFamily="2" charset="-122"/>
              </a:rPr>
              <a:t>.</a:t>
            </a:r>
            <a:r>
              <a:rPr lang="zh-CN" altLang="en-US" dirty="0" smtClean="0">
                <a:solidFill>
                  <a:schemeClr val="tx1"/>
                </a:solidFill>
                <a:latin typeface="SimSun" pitchFamily="2" charset="-122"/>
                <a:ea typeface="SimSun" pitchFamily="2" charset="-122"/>
                <a:cs typeface="Arial" pitchFamily="34" charset="0"/>
              </a:rPr>
              <a:t>如：颜色、品牌、速别、高度、宽度</a:t>
            </a:r>
            <a:endParaRPr lang="zh-TW" altLang="en-US" b="1" dirty="0" smtClean="0">
              <a:solidFill>
                <a:schemeClr val="tx1"/>
              </a:solidFill>
              <a:latin typeface="SimSun" pitchFamily="2" charset="-122"/>
              <a:ea typeface="SimSun" pitchFamily="2" charset="-122"/>
              <a:cs typeface="Arial" pitchFamily="34" charset="0"/>
            </a:endParaRPr>
          </a:p>
          <a:p>
            <a:pPr lvl="0"/>
            <a:endParaRPr lang="zh-CN" altLang="en-US" dirty="0" smtClean="0">
              <a:solidFill>
                <a:schemeClr val="tx1"/>
              </a:solidFill>
              <a:latin typeface="微软雅黑" pitchFamily="34" charset="-122"/>
              <a:ea typeface="微软雅黑" pitchFamily="34" charset="-122"/>
            </a:endParaRPr>
          </a:p>
          <a:p>
            <a:endParaRPr lang="en-US" altLang="zh-CN" dirty="0">
              <a:solidFill>
                <a:srgbClr val="000000"/>
              </a:solidFill>
              <a:latin typeface="宋体" charset="-122"/>
            </a:endParaRPr>
          </a:p>
          <a:p>
            <a:endParaRPr lang="zh-CN" altLang="en-US" sz="1600" dirty="0">
              <a:solidFill>
                <a:srgbClr val="000000"/>
              </a:solidFill>
            </a:endParaRPr>
          </a:p>
        </p:txBody>
      </p:sp>
      <p:sp>
        <p:nvSpPr>
          <p:cNvPr id="12" name="圆角矩形 11"/>
          <p:cNvSpPr/>
          <p:nvPr/>
        </p:nvSpPr>
        <p:spPr>
          <a:xfrm>
            <a:off x="435619" y="4817393"/>
            <a:ext cx="1349375" cy="411162"/>
          </a:xfrm>
          <a:prstGeom prst="roundRect">
            <a:avLst/>
          </a:prstGeom>
        </p:spPr>
        <p:style>
          <a:lnRef idx="1">
            <a:schemeClr val="accent1"/>
          </a:lnRef>
          <a:fillRef idx="2">
            <a:schemeClr val="accent1"/>
          </a:fillRef>
          <a:effectRef idx="1">
            <a:schemeClr val="accent1"/>
          </a:effectRef>
          <a:fontRef idx="minor">
            <a:schemeClr val="dk1"/>
          </a:fontRef>
        </p:style>
        <p:txBody>
          <a:bodyPr/>
          <a:lstStyle/>
          <a:p>
            <a:pPr lvl="0" algn="ctr" eaLnBrk="0" fontAlgn="ctr" hangingPunct="0"/>
            <a:r>
              <a:rPr lang="zh-CN" altLang="en-US" sz="2000" b="1" dirty="0">
                <a:solidFill>
                  <a:schemeClr val="tx1"/>
                </a:solidFill>
                <a:latin typeface="微软雅黑" pitchFamily="34" charset="-122"/>
                <a:ea typeface="微软雅黑" pitchFamily="34" charset="-122"/>
              </a:rPr>
              <a:t>属性</a:t>
            </a:r>
            <a:endParaRPr lang="zh-TW" altLang="en-US" sz="2000" b="1" dirty="0" smtClean="0">
              <a:solidFill>
                <a:schemeClr val="tx1"/>
              </a:solidFill>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投影片編號版面配置區 2"/>
          <p:cNvSpPr txBox="1"/>
          <p:nvPr/>
        </p:nvSpPr>
        <p:spPr bwMode="auto">
          <a:xfrm>
            <a:off x="8424862" y="6381750"/>
            <a:ext cx="719138" cy="476250"/>
          </a:xfrm>
          <a:prstGeom prst="rect">
            <a:avLst/>
          </a:prstGeom>
          <a:noFill/>
          <a:ln w="9525">
            <a:noFill/>
            <a:miter lim="800000"/>
          </a:ln>
        </p:spPr>
        <p:txBody>
          <a:bodyPr/>
          <a:lstStyle/>
          <a:p>
            <a:fld id="{D3C3A733-9116-48AF-8239-7A570A5DF8A5}" type="slidenum">
              <a:rPr lang="en-US" altLang="zh-TW"/>
            </a:fld>
            <a:endParaRPr lang="en-US" altLang="zh-TW" dirty="0"/>
          </a:p>
        </p:txBody>
      </p:sp>
      <p:sp>
        <p:nvSpPr>
          <p:cNvPr id="34854" name="文字方塊 1"/>
          <p:cNvSpPr txBox="1">
            <a:spLocks noChangeArrowheads="1"/>
          </p:cNvSpPr>
          <p:nvPr/>
        </p:nvSpPr>
        <p:spPr bwMode="auto">
          <a:xfrm>
            <a:off x="280988" y="476250"/>
            <a:ext cx="8820150" cy="646113"/>
          </a:xfrm>
          <a:prstGeom prst="rect">
            <a:avLst/>
          </a:prstGeom>
          <a:noFill/>
          <a:ln w="9525">
            <a:noFill/>
            <a:miter lim="800000"/>
          </a:ln>
        </p:spPr>
        <p:txBody>
          <a:bodyPr>
            <a:spAutoFit/>
          </a:bodyPr>
          <a:lstStyle/>
          <a:p>
            <a:r>
              <a:rPr lang="en-US" altLang="zh-CN" sz="3600" b="1" dirty="0" err="1" smtClean="0">
                <a:latin typeface="SimHei" pitchFamily="49" charset="-122"/>
                <a:ea typeface="SimHei" pitchFamily="49" charset="-122"/>
              </a:rPr>
              <a:t>ConfigBOM</a:t>
            </a:r>
            <a:r>
              <a:rPr lang="zh-CN" altLang="en-US" sz="3600" b="1" dirty="0" smtClean="0">
                <a:latin typeface="SimHei" pitchFamily="49" charset="-122"/>
                <a:ea typeface="SimHei" pitchFamily="49" charset="-122"/>
              </a:rPr>
              <a:t>建置流程</a:t>
            </a:r>
            <a:r>
              <a:rPr lang="en-US" altLang="zh-CN" sz="3600" b="1" dirty="0" smtClean="0">
                <a:latin typeface="SimHei" pitchFamily="49" charset="-122"/>
                <a:ea typeface="SimHei" pitchFamily="49" charset="-122"/>
              </a:rPr>
              <a:t>-</a:t>
            </a:r>
            <a:r>
              <a:rPr lang="zh-CN" altLang="en-US" sz="3200" b="1" dirty="0" smtClean="0">
                <a:latin typeface="SimHei" pitchFamily="49" charset="-122"/>
                <a:ea typeface="SimHei" pitchFamily="49" charset="-122"/>
              </a:rPr>
              <a:t>专有名词</a:t>
            </a:r>
            <a:endParaRPr lang="zh-TW" altLang="en-US" sz="3200" b="1" dirty="0">
              <a:latin typeface="SimHei" pitchFamily="49" charset="-122"/>
              <a:ea typeface="SimHei" pitchFamily="49" charset="-122"/>
            </a:endParaRPr>
          </a:p>
        </p:txBody>
      </p:sp>
      <p:sp>
        <p:nvSpPr>
          <p:cNvPr id="15" name="圆角矩形 14"/>
          <p:cNvSpPr/>
          <p:nvPr/>
        </p:nvSpPr>
        <p:spPr>
          <a:xfrm>
            <a:off x="859482" y="4940523"/>
            <a:ext cx="7600950" cy="936749"/>
          </a:xfrm>
          <a:prstGeom prst="roundRect">
            <a:avLst/>
          </a:prstGeom>
        </p:spPr>
        <p:style>
          <a:lnRef idx="2">
            <a:schemeClr val="accent1"/>
          </a:lnRef>
          <a:fillRef idx="1">
            <a:schemeClr val="lt1"/>
          </a:fillRef>
          <a:effectRef idx="0">
            <a:schemeClr val="accent1"/>
          </a:effectRef>
          <a:fontRef idx="minor">
            <a:schemeClr val="dk1"/>
          </a:fontRef>
        </p:style>
        <p:txBody>
          <a:bodyPr/>
          <a:lstStyle/>
          <a:p>
            <a:pPr lvl="0" eaLnBrk="0" fontAlgn="ctr" hangingPunct="0"/>
            <a:r>
              <a:rPr lang="zh-CN" altLang="en-US" dirty="0" smtClean="0">
                <a:solidFill>
                  <a:schemeClr val="tx1"/>
                </a:solidFill>
                <a:latin typeface="SimSun" pitchFamily="2" charset="-122"/>
                <a:ea typeface="SimSun" pitchFamily="2" charset="-122"/>
              </a:rPr>
              <a:t>产品模型中存在于零组件间用料及用量校验关系，配置用户产品时可用于检查，会</a:t>
            </a:r>
            <a:r>
              <a:rPr lang="zh-CN" altLang="en-US" smtClean="0">
                <a:solidFill>
                  <a:schemeClr val="tx1"/>
                </a:solidFill>
                <a:latin typeface="SimSun" pitchFamily="2" charset="-122"/>
                <a:ea typeface="SimSun" pitchFamily="2" charset="-122"/>
              </a:rPr>
              <a:t>提示相应</a:t>
            </a:r>
            <a:r>
              <a:rPr lang="en-US" altLang="zh-CN" smtClean="0">
                <a:solidFill>
                  <a:schemeClr val="tx1"/>
                </a:solidFill>
                <a:latin typeface="SimSun" pitchFamily="2" charset="-122"/>
                <a:ea typeface="SimSun" pitchFamily="2" charset="-122"/>
              </a:rPr>
              <a:t>MSG:W OR E;</a:t>
            </a:r>
            <a:endParaRPr lang="en-US" altLang="zh-CN" dirty="0" smtClean="0">
              <a:solidFill>
                <a:schemeClr val="tx1"/>
              </a:solidFill>
              <a:latin typeface="SimSun" pitchFamily="2" charset="-122"/>
              <a:ea typeface="SimSun" pitchFamily="2" charset="-122"/>
            </a:endParaRPr>
          </a:p>
          <a:p>
            <a:pPr lvl="0" eaLnBrk="0" fontAlgn="ctr" hangingPunct="0"/>
            <a:r>
              <a:rPr lang="en-US" altLang="zh-CN" dirty="0" smtClean="0">
                <a:solidFill>
                  <a:schemeClr val="tx1"/>
                </a:solidFill>
                <a:latin typeface="SimSun" pitchFamily="2" charset="-122"/>
                <a:ea typeface="SimSun" pitchFamily="2" charset="-122"/>
              </a:rPr>
              <a:t> </a:t>
            </a:r>
            <a:r>
              <a:rPr lang="zh-CN" altLang="en-US" dirty="0" smtClean="0">
                <a:solidFill>
                  <a:schemeClr val="tx1"/>
                </a:solidFill>
                <a:latin typeface="SimSun" pitchFamily="2" charset="-122"/>
                <a:ea typeface="SimSun" pitchFamily="2" charset="-122"/>
              </a:rPr>
              <a:t>如</a:t>
            </a:r>
            <a:r>
              <a:rPr lang="en-US" altLang="zh-CN" dirty="0" smtClean="0">
                <a:solidFill>
                  <a:schemeClr val="tx1"/>
                </a:solidFill>
                <a:latin typeface="SimSun" pitchFamily="2" charset="-122"/>
                <a:ea typeface="SimSun" pitchFamily="2" charset="-122"/>
              </a:rPr>
              <a:t>:</a:t>
            </a:r>
            <a:r>
              <a:rPr lang="zh-CN" altLang="en-US" dirty="0" smtClean="0">
                <a:solidFill>
                  <a:schemeClr val="tx1"/>
                </a:solidFill>
                <a:latin typeface="SimSun" pitchFamily="2" charset="-122"/>
                <a:ea typeface="SimSun" pitchFamily="2" charset="-122"/>
              </a:rPr>
              <a:t>打了英文的</a:t>
            </a:r>
            <a:r>
              <a:rPr lang="en-US" altLang="zh-CN" dirty="0" smtClean="0">
                <a:solidFill>
                  <a:schemeClr val="tx1"/>
                </a:solidFill>
                <a:latin typeface="SimSun" pitchFamily="2" charset="-122"/>
                <a:ea typeface="SimSun" pitchFamily="2" charset="-122"/>
              </a:rPr>
              <a:t>Logo,</a:t>
            </a:r>
            <a:r>
              <a:rPr lang="zh-CN" altLang="en-US" dirty="0" smtClean="0">
                <a:solidFill>
                  <a:schemeClr val="tx1"/>
                </a:solidFill>
                <a:latin typeface="SimSun" pitchFamily="2" charset="-122"/>
                <a:ea typeface="SimSun" pitchFamily="2" charset="-122"/>
              </a:rPr>
              <a:t>就不能不选择英文的说明书</a:t>
            </a:r>
            <a:endParaRPr lang="en-US" altLang="zh-CN" dirty="0" smtClean="0">
              <a:solidFill>
                <a:schemeClr val="tx1"/>
              </a:solidFill>
              <a:latin typeface="SimSun" pitchFamily="2" charset="-122"/>
              <a:ea typeface="SimSun" pitchFamily="2" charset="-122"/>
            </a:endParaRPr>
          </a:p>
          <a:p>
            <a:endParaRPr lang="zh-CN" altLang="en-US" sz="1600" dirty="0">
              <a:solidFill>
                <a:srgbClr val="000000"/>
              </a:solidFill>
            </a:endParaRPr>
          </a:p>
        </p:txBody>
      </p:sp>
      <p:sp>
        <p:nvSpPr>
          <p:cNvPr id="16" name="圆角矩形 15"/>
          <p:cNvSpPr/>
          <p:nvPr/>
        </p:nvSpPr>
        <p:spPr>
          <a:xfrm>
            <a:off x="435619" y="4529361"/>
            <a:ext cx="1349375" cy="411162"/>
          </a:xfrm>
          <a:prstGeom prst="roundRect">
            <a:avLst/>
          </a:prstGeom>
        </p:spPr>
        <p:style>
          <a:lnRef idx="1">
            <a:schemeClr val="accent1"/>
          </a:lnRef>
          <a:fillRef idx="2">
            <a:schemeClr val="accent1"/>
          </a:fillRef>
          <a:effectRef idx="1">
            <a:schemeClr val="accent1"/>
          </a:effectRef>
          <a:fontRef idx="minor">
            <a:schemeClr val="dk1"/>
          </a:fontRef>
        </p:style>
        <p:txBody>
          <a:bodyPr/>
          <a:lstStyle/>
          <a:p>
            <a:pPr lvl="0" algn="ctr" eaLnBrk="0" fontAlgn="ctr" hangingPunct="0"/>
            <a:r>
              <a:rPr lang="zh-TW" altLang="en-US" sz="2000" b="1" dirty="0" smtClean="0">
                <a:solidFill>
                  <a:schemeClr val="tx1"/>
                </a:solidFill>
                <a:latin typeface="微软雅黑" pitchFamily="34" charset="-122"/>
                <a:ea typeface="微软雅黑" pitchFamily="34" charset="-122"/>
              </a:rPr>
              <a:t>约束</a:t>
            </a:r>
            <a:endParaRPr lang="zh-TW" altLang="en-US" sz="2000" b="1" dirty="0" smtClean="0">
              <a:solidFill>
                <a:schemeClr val="tx1"/>
              </a:solidFill>
              <a:latin typeface="微软雅黑" pitchFamily="34" charset="-122"/>
              <a:ea typeface="微软雅黑" pitchFamily="34" charset="-122"/>
            </a:endParaRPr>
          </a:p>
        </p:txBody>
      </p:sp>
      <p:cxnSp>
        <p:nvCxnSpPr>
          <p:cNvPr id="17" name="直接连接符 8"/>
          <p:cNvCxnSpPr/>
          <p:nvPr/>
        </p:nvCxnSpPr>
        <p:spPr>
          <a:xfrm>
            <a:off x="395536" y="1124744"/>
            <a:ext cx="680402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圆角矩形 17"/>
          <p:cNvSpPr/>
          <p:nvPr/>
        </p:nvSpPr>
        <p:spPr>
          <a:xfrm>
            <a:off x="890588" y="3500363"/>
            <a:ext cx="7600950" cy="720725"/>
          </a:xfrm>
          <a:prstGeom prst="roundRect">
            <a:avLst/>
          </a:prstGeom>
        </p:spPr>
        <p:style>
          <a:lnRef idx="2">
            <a:schemeClr val="accent1"/>
          </a:lnRef>
          <a:fillRef idx="1">
            <a:schemeClr val="lt1"/>
          </a:fillRef>
          <a:effectRef idx="0">
            <a:schemeClr val="accent1"/>
          </a:effectRef>
          <a:fontRef idx="minor">
            <a:schemeClr val="dk1"/>
          </a:fontRef>
        </p:style>
        <p:txBody>
          <a:bodyPr/>
          <a:lstStyle/>
          <a:p>
            <a:pPr eaLnBrk="0" fontAlgn="ctr" hangingPunct="0"/>
            <a:r>
              <a:rPr lang="zh-CN" altLang="en-US" smtClean="0">
                <a:solidFill>
                  <a:schemeClr val="tx1"/>
                </a:solidFill>
                <a:latin typeface="SimSun" pitchFamily="2" charset="-122"/>
                <a:ea typeface="SimSun" pitchFamily="2" charset="-122"/>
              </a:rPr>
              <a:t>事先预设可供客户选择的组件，以模板形式建立可以供多个产品共享。</a:t>
            </a:r>
            <a:endParaRPr lang="en-US" altLang="zh-CN" dirty="0" smtClean="0">
              <a:solidFill>
                <a:schemeClr val="tx1"/>
              </a:solidFill>
              <a:latin typeface="SimSun" pitchFamily="2" charset="-122"/>
              <a:ea typeface="SimSun" pitchFamily="2" charset="-122"/>
            </a:endParaRPr>
          </a:p>
          <a:p>
            <a:pPr lvl="0" eaLnBrk="0" fontAlgn="ctr" hangingPunct="0"/>
            <a:r>
              <a:rPr lang="zh-CN" altLang="en-US" dirty="0" smtClean="0">
                <a:solidFill>
                  <a:schemeClr val="tx1"/>
                </a:solidFill>
                <a:latin typeface="SimSun" pitchFamily="2" charset="-122"/>
                <a:ea typeface="SimSun" pitchFamily="2" charset="-122"/>
                <a:cs typeface="Arial" pitchFamily="34" charset="0"/>
              </a:rPr>
              <a:t>比如，购买</a:t>
            </a:r>
            <a:r>
              <a:rPr lang="en-US" altLang="zh-CN" dirty="0" smtClean="0">
                <a:solidFill>
                  <a:schemeClr val="tx1"/>
                </a:solidFill>
                <a:latin typeface="SimSun" pitchFamily="2" charset="-122"/>
                <a:ea typeface="SimSun" pitchFamily="2" charset="-122"/>
                <a:cs typeface="Arial" pitchFamily="34" charset="0"/>
              </a:rPr>
              <a:t>A</a:t>
            </a:r>
            <a:r>
              <a:rPr lang="zh-CN" altLang="en-US" dirty="0" smtClean="0">
                <a:solidFill>
                  <a:schemeClr val="tx1"/>
                </a:solidFill>
                <a:latin typeface="SimSun" pitchFamily="2" charset="-122"/>
                <a:ea typeface="SimSun" pitchFamily="2" charset="-122"/>
                <a:cs typeface="Arial" pitchFamily="34" charset="0"/>
              </a:rPr>
              <a:t>款自行车时客户可选小包件是要水壶还是水杯</a:t>
            </a:r>
            <a:endParaRPr lang="zh-TW" altLang="en-US" b="1" dirty="0" smtClean="0">
              <a:solidFill>
                <a:schemeClr val="tx1"/>
              </a:solidFill>
              <a:latin typeface="SimSun" pitchFamily="2" charset="-122"/>
              <a:ea typeface="SimSun" pitchFamily="2" charset="-122"/>
              <a:cs typeface="Arial" pitchFamily="34" charset="0"/>
            </a:endParaRPr>
          </a:p>
        </p:txBody>
      </p:sp>
      <p:sp>
        <p:nvSpPr>
          <p:cNvPr id="19" name="圆角矩形 18"/>
          <p:cNvSpPr/>
          <p:nvPr/>
        </p:nvSpPr>
        <p:spPr>
          <a:xfrm>
            <a:off x="467544" y="3091830"/>
            <a:ext cx="1349375" cy="411162"/>
          </a:xfrm>
          <a:prstGeom prst="roundRect">
            <a:avLst/>
          </a:prstGeom>
        </p:spPr>
        <p:style>
          <a:lnRef idx="1">
            <a:schemeClr val="accent1"/>
          </a:lnRef>
          <a:fillRef idx="2">
            <a:schemeClr val="accent1"/>
          </a:fillRef>
          <a:effectRef idx="1">
            <a:schemeClr val="accent1"/>
          </a:effectRef>
          <a:fontRef idx="minor">
            <a:schemeClr val="dk1"/>
          </a:fontRef>
        </p:style>
        <p:txBody>
          <a:bodyPr/>
          <a:lstStyle/>
          <a:p>
            <a:pPr lvl="0" algn="ctr" eaLnBrk="0" fontAlgn="ctr" hangingPunct="0"/>
            <a:r>
              <a:rPr lang="zh-CN" altLang="en-US" sz="2000" b="1" dirty="0" smtClean="0">
                <a:solidFill>
                  <a:schemeClr val="tx1"/>
                </a:solidFill>
                <a:latin typeface="微软雅黑" pitchFamily="34" charset="-122"/>
                <a:ea typeface="微软雅黑" pitchFamily="34" charset="-122"/>
              </a:rPr>
              <a:t>手动模板</a:t>
            </a:r>
            <a:endParaRPr lang="zh-CN" altLang="en-US" sz="2000" b="1" dirty="0" smtClean="0">
              <a:solidFill>
                <a:schemeClr val="tx1"/>
              </a:solidFill>
              <a:latin typeface="微软雅黑" pitchFamily="34" charset="-122"/>
              <a:ea typeface="微软雅黑" pitchFamily="34" charset="-122"/>
            </a:endParaRPr>
          </a:p>
        </p:txBody>
      </p:sp>
      <p:sp>
        <p:nvSpPr>
          <p:cNvPr id="20" name="圆角矩形 19"/>
          <p:cNvSpPr/>
          <p:nvPr/>
        </p:nvSpPr>
        <p:spPr>
          <a:xfrm>
            <a:off x="859482" y="1967954"/>
            <a:ext cx="7600950" cy="720725"/>
          </a:xfrm>
          <a:prstGeom prst="roundRect">
            <a:avLst/>
          </a:prstGeom>
        </p:spPr>
        <p:style>
          <a:lnRef idx="2">
            <a:schemeClr val="accent1"/>
          </a:lnRef>
          <a:fillRef idx="1">
            <a:schemeClr val="lt1"/>
          </a:fillRef>
          <a:effectRef idx="0">
            <a:schemeClr val="accent1"/>
          </a:effectRef>
          <a:fontRef idx="minor">
            <a:schemeClr val="dk1"/>
          </a:fontRef>
        </p:style>
        <p:txBody>
          <a:bodyPr/>
          <a:lstStyle/>
          <a:p>
            <a:r>
              <a:rPr lang="zh-CN" altLang="en-US" dirty="0" smtClean="0">
                <a:solidFill>
                  <a:srgbClr val="000000"/>
                </a:solidFill>
                <a:latin typeface="宋体" charset="-122"/>
              </a:rPr>
              <a:t>按一定规则事先预设产品与下阶组件间用料与用量关系</a:t>
            </a:r>
            <a:r>
              <a:rPr lang="en-US" altLang="zh-CN" dirty="0" smtClean="0">
                <a:solidFill>
                  <a:srgbClr val="000000"/>
                </a:solidFill>
                <a:latin typeface="宋体" charset="-122"/>
              </a:rPr>
              <a:t>,</a:t>
            </a:r>
            <a:r>
              <a:rPr lang="zh-CN" altLang="en-US" dirty="0" smtClean="0">
                <a:solidFill>
                  <a:srgbClr val="000000"/>
                </a:solidFill>
                <a:latin typeface="宋体" charset="-122"/>
              </a:rPr>
              <a:t>用户挑选产品时系统依此自动匹配组件的模板。</a:t>
            </a:r>
            <a:endParaRPr lang="en-US" altLang="zh-CN" dirty="0">
              <a:solidFill>
                <a:srgbClr val="000000"/>
              </a:solidFill>
              <a:latin typeface="宋体" charset="-122"/>
            </a:endParaRPr>
          </a:p>
          <a:p>
            <a:endParaRPr lang="zh-CN" altLang="en-US" sz="1600" dirty="0">
              <a:solidFill>
                <a:srgbClr val="000000"/>
              </a:solidFill>
            </a:endParaRPr>
          </a:p>
        </p:txBody>
      </p:sp>
      <p:sp>
        <p:nvSpPr>
          <p:cNvPr id="21" name="圆角矩形 20"/>
          <p:cNvSpPr/>
          <p:nvPr/>
        </p:nvSpPr>
        <p:spPr>
          <a:xfrm>
            <a:off x="435619" y="1556792"/>
            <a:ext cx="1349375" cy="411162"/>
          </a:xfrm>
          <a:prstGeom prst="roundRect">
            <a:avLst/>
          </a:prstGeom>
        </p:spPr>
        <p:style>
          <a:lnRef idx="1">
            <a:schemeClr val="accent1"/>
          </a:lnRef>
          <a:fillRef idx="2">
            <a:schemeClr val="accent1"/>
          </a:fillRef>
          <a:effectRef idx="1">
            <a:schemeClr val="accent1"/>
          </a:effectRef>
          <a:fontRef idx="minor">
            <a:schemeClr val="dk1"/>
          </a:fontRef>
        </p:style>
        <p:txBody>
          <a:bodyPr/>
          <a:lstStyle/>
          <a:p>
            <a:pPr lvl="0" algn="ctr" eaLnBrk="0" fontAlgn="ctr" hangingPunct="0"/>
            <a:r>
              <a:rPr lang="zh-CN" altLang="en-US" sz="2000" b="1" dirty="0" smtClean="0">
                <a:solidFill>
                  <a:schemeClr val="tx1"/>
                </a:solidFill>
                <a:latin typeface="微软雅黑" pitchFamily="34" charset="-122"/>
                <a:ea typeface="微软雅黑" pitchFamily="34" charset="-122"/>
              </a:rPr>
              <a:t>自动模板</a:t>
            </a:r>
            <a:endParaRPr lang="zh-CN" altLang="en-US" sz="2000" b="1" dirty="0" smtClean="0">
              <a:solidFill>
                <a:schemeClr val="tx1"/>
              </a:solidFill>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linds(horizontal)">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ppt_x"/>
                                          </p:val>
                                        </p:tav>
                                        <p:tav tm="100000">
                                          <p:val>
                                            <p:strVal val="#ppt_x"/>
                                          </p:val>
                                        </p:tav>
                                      </p:tavLst>
                                    </p:anim>
                                    <p:anim calcmode="lin" valueType="num">
                                      <p:cBhvr additive="base">
                                        <p:cTn id="1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709670" y="1737995"/>
            <a:ext cx="5054600" cy="4652645"/>
          </a:xfrm>
          <a:prstGeom prst="rect">
            <a:avLst/>
          </a:prstGeom>
        </p:spPr>
      </p:pic>
      <p:sp>
        <p:nvSpPr>
          <p:cNvPr id="3" name="文字方塊 1"/>
          <p:cNvSpPr txBox="1">
            <a:spLocks noChangeArrowheads="1"/>
          </p:cNvSpPr>
          <p:nvPr/>
        </p:nvSpPr>
        <p:spPr bwMode="auto">
          <a:xfrm>
            <a:off x="0" y="571500"/>
            <a:ext cx="9144000" cy="646113"/>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基础资料准备</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维护工厂参数</a:t>
            </a:r>
            <a:endParaRPr lang="zh-TW" altLang="en-US" sz="3600" b="1" dirty="0">
              <a:latin typeface="Microsoft JhengHei" pitchFamily="34" charset="-120"/>
              <a:ea typeface="Microsoft JhengHei" pitchFamily="34" charset="-120"/>
            </a:endParaRPr>
          </a:p>
        </p:txBody>
      </p:sp>
      <p:sp>
        <p:nvSpPr>
          <p:cNvPr id="4" name="TextBox 6"/>
          <p:cNvSpPr txBox="1">
            <a:spLocks noChangeArrowheads="1"/>
          </p:cNvSpPr>
          <p:nvPr/>
        </p:nvSpPr>
        <p:spPr bwMode="auto">
          <a:xfrm>
            <a:off x="468313" y="1270000"/>
            <a:ext cx="6840537"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：在工厂参数中设定发布客户</a:t>
            </a: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的功能控制</a:t>
            </a:r>
            <a:endParaRPr lang="zh-CN" altLang="en-US" sz="2000" dirty="0">
              <a:latin typeface="微软雅黑" pitchFamily="34" charset="-122"/>
              <a:ea typeface="微软雅黑" pitchFamily="34" charset="-122"/>
            </a:endParaRPr>
          </a:p>
        </p:txBody>
      </p:sp>
      <p:sp>
        <p:nvSpPr>
          <p:cNvPr id="5" name="TextBox 4"/>
          <p:cNvSpPr txBox="1"/>
          <p:nvPr/>
        </p:nvSpPr>
        <p:spPr>
          <a:xfrm>
            <a:off x="71438" y="1770063"/>
            <a:ext cx="3571868" cy="2246769"/>
          </a:xfrm>
          <a:prstGeom prst="rect">
            <a:avLst/>
          </a:prstGeom>
          <a:noFill/>
        </p:spPr>
        <p:txBody>
          <a:bodyPr wrap="square">
            <a:spAutoFit/>
          </a:bodyPr>
          <a:lstStyle/>
          <a:p>
            <a:pPr marL="360045" lvl="1" indent="-285750">
              <a:spcBef>
                <a:spcPts val="0"/>
              </a:spcBef>
              <a:buFont typeface="Wingdings" pitchFamily="2" charset="2"/>
              <a:buChar char="n"/>
              <a:defRPr/>
            </a:pPr>
            <a:r>
              <a:rPr lang="zh-CN" altLang="en-US" sz="2000" dirty="0" smtClean="0">
                <a:solidFill>
                  <a:srgbClr val="0D0D0D"/>
                </a:solidFill>
                <a:latin typeface="+mn-ea"/>
                <a:ea typeface="+mn-ea"/>
              </a:rPr>
              <a:t>设定当前工厂客户</a:t>
            </a:r>
            <a:r>
              <a:rPr lang="en-US" altLang="zh-CN" sz="2000" dirty="0" smtClean="0">
                <a:solidFill>
                  <a:srgbClr val="0D0D0D"/>
                </a:solidFill>
                <a:latin typeface="+mn-ea"/>
                <a:ea typeface="+mn-ea"/>
              </a:rPr>
              <a:t>BOM</a:t>
            </a:r>
            <a:r>
              <a:rPr lang="zh-CN" altLang="en-US" sz="2000" dirty="0" smtClean="0">
                <a:solidFill>
                  <a:srgbClr val="0D0D0D"/>
                </a:solidFill>
                <a:latin typeface="+mn-ea"/>
                <a:ea typeface="+mn-ea"/>
              </a:rPr>
              <a:t>的发布方式</a:t>
            </a:r>
            <a:endParaRPr lang="en-US" altLang="zh-CN" sz="2000" dirty="0" smtClean="0">
              <a:solidFill>
                <a:srgbClr val="0D0D0D"/>
              </a:solidFill>
              <a:latin typeface="+mn-ea"/>
              <a:ea typeface="+mn-ea"/>
            </a:endParaRPr>
          </a:p>
          <a:p>
            <a:pPr marL="360045" lvl="1" indent="-285750">
              <a:spcBef>
                <a:spcPts val="0"/>
              </a:spcBef>
              <a:buFont typeface="Wingdings" pitchFamily="2" charset="2"/>
              <a:buChar char="n"/>
              <a:defRPr/>
            </a:pPr>
            <a:endParaRPr lang="en-US" altLang="zh-CN" sz="2000" dirty="0">
              <a:solidFill>
                <a:srgbClr val="0D0D0D"/>
              </a:solidFill>
              <a:latin typeface="+mn-ea"/>
              <a:ea typeface="+mn-ea"/>
            </a:endParaRPr>
          </a:p>
          <a:p>
            <a:pPr marL="360045" lvl="1" indent="-285750">
              <a:spcBef>
                <a:spcPts val="0"/>
              </a:spcBef>
              <a:buFont typeface="Wingdings" pitchFamily="2" charset="2"/>
              <a:buChar char="n"/>
              <a:defRPr/>
            </a:pPr>
            <a:r>
              <a:rPr lang="zh-CN" altLang="en-US" sz="2000" dirty="0" smtClean="0">
                <a:solidFill>
                  <a:srgbClr val="0D0D0D"/>
                </a:solidFill>
                <a:latin typeface="+mn-ea"/>
                <a:ea typeface="+mn-ea"/>
              </a:rPr>
              <a:t>当为自动发布时，需同时制定自动发布使用的</a:t>
            </a:r>
            <a:r>
              <a:rPr lang="en-US" altLang="zh-CN" sz="2000" dirty="0" smtClean="0">
                <a:solidFill>
                  <a:srgbClr val="0D0D0D"/>
                </a:solidFill>
                <a:latin typeface="+mn-ea"/>
                <a:ea typeface="+mn-ea"/>
              </a:rPr>
              <a:t>ECN</a:t>
            </a:r>
            <a:r>
              <a:rPr lang="zh-CN" altLang="en-US" sz="2000" dirty="0" smtClean="0">
                <a:solidFill>
                  <a:srgbClr val="0D0D0D"/>
                </a:solidFill>
                <a:latin typeface="+mn-ea"/>
                <a:ea typeface="+mn-ea"/>
              </a:rPr>
              <a:t>单据类型</a:t>
            </a:r>
            <a:endParaRPr lang="en-US" altLang="zh-CN" sz="2000" dirty="0">
              <a:solidFill>
                <a:srgbClr val="0D0D0D"/>
              </a:solidFill>
              <a:latin typeface="+mn-ea"/>
              <a:ea typeface="+mn-ea"/>
            </a:endParaRPr>
          </a:p>
          <a:p>
            <a:pPr>
              <a:buFont typeface="Wingdings" pitchFamily="2" charset="2"/>
              <a:buChar char="n"/>
              <a:defRPr/>
            </a:pPr>
            <a:endParaRPr lang="zh-CN" altLang="en-US" sz="2000" dirty="0">
              <a:latin typeface="微软雅黑" pitchFamily="34" charset="-122"/>
              <a:ea typeface="微软雅黑" pitchFamily="34" charset="-122"/>
            </a:endParaRPr>
          </a:p>
        </p:txBody>
      </p:sp>
      <p:sp>
        <p:nvSpPr>
          <p:cNvPr id="6" name="矩形 5"/>
          <p:cNvSpPr/>
          <p:nvPr/>
        </p:nvSpPr>
        <p:spPr>
          <a:xfrm>
            <a:off x="3781425" y="3500120"/>
            <a:ext cx="2060575" cy="35623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圆角矩形标注 9"/>
          <p:cNvSpPr/>
          <p:nvPr/>
        </p:nvSpPr>
        <p:spPr>
          <a:xfrm>
            <a:off x="3709804" y="4076056"/>
            <a:ext cx="4536504" cy="1656184"/>
          </a:xfrm>
          <a:prstGeom prst="wedgeRoundRectCallout">
            <a:avLst>
              <a:gd name="adj1" fmla="val -21382"/>
              <a:gd name="adj2" fmla="val -61075"/>
              <a:gd name="adj3" fmla="val 16667"/>
            </a:avLst>
          </a:prstGeom>
        </p:spPr>
        <p:style>
          <a:lnRef idx="1">
            <a:schemeClr val="accent6"/>
          </a:lnRef>
          <a:fillRef idx="2">
            <a:schemeClr val="accent6"/>
          </a:fillRef>
          <a:effectRef idx="1">
            <a:schemeClr val="accent6"/>
          </a:effectRef>
          <a:fontRef idx="minor">
            <a:schemeClr val="dk1"/>
          </a:fontRef>
        </p:style>
        <p:txBody>
          <a:bodyPr anchor="ctr"/>
          <a:lstStyle/>
          <a:p>
            <a:pPr>
              <a:defRPr/>
            </a:pPr>
            <a:r>
              <a:rPr lang="zh-CN" altLang="en-US" sz="1600" b="1" dirty="0">
                <a:latin typeface="微软雅黑" pitchFamily="34" charset="-122"/>
                <a:ea typeface="微软雅黑" pitchFamily="34" charset="-122"/>
              </a:rPr>
              <a:t>客户</a:t>
            </a:r>
            <a:r>
              <a:rPr lang="en-US" altLang="zh-CN" sz="1600" b="1" dirty="0">
                <a:latin typeface="微软雅黑" pitchFamily="34" charset="-122"/>
                <a:ea typeface="微软雅黑" pitchFamily="34" charset="-122"/>
              </a:rPr>
              <a:t>BOM</a:t>
            </a:r>
            <a:r>
              <a:rPr lang="zh-CN" altLang="en-US" sz="1600" b="1" dirty="0">
                <a:latin typeface="微软雅黑" pitchFamily="34" charset="-122"/>
                <a:ea typeface="微软雅黑" pitchFamily="34" charset="-122"/>
              </a:rPr>
              <a:t>的发布方式：</a:t>
            </a:r>
            <a:endParaRPr lang="en-US" altLang="zh-CN" sz="1600" b="1" dirty="0">
              <a:latin typeface="微软雅黑" pitchFamily="34" charset="-122"/>
              <a:ea typeface="微软雅黑" pitchFamily="34" charset="-122"/>
            </a:endParaRPr>
          </a:p>
          <a:p>
            <a:pPr marL="285750" indent="-285750">
              <a:buFont typeface="Arial" pitchFamily="34" charset="0"/>
              <a:buChar char="•"/>
              <a:defRPr/>
            </a:pPr>
            <a:r>
              <a:rPr lang="zh-CN" altLang="en-US" sz="1600" dirty="0">
                <a:latin typeface="微软雅黑" pitchFamily="34" charset="-122"/>
                <a:ea typeface="微软雅黑" pitchFamily="34" charset="-122"/>
              </a:rPr>
              <a:t>自动：适用于产品结构固定，</a:t>
            </a:r>
            <a:endParaRPr lang="en-US" altLang="zh-CN" sz="1600" dirty="0">
              <a:latin typeface="微软雅黑" pitchFamily="34" charset="-122"/>
              <a:ea typeface="微软雅黑" pitchFamily="34" charset="-122"/>
            </a:endParaRPr>
          </a:p>
          <a:p>
            <a:pPr>
              <a:defRPr/>
            </a:pPr>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客户</a:t>
            </a:r>
            <a:r>
              <a:rPr lang="en-US" altLang="zh-CN" sz="1600" dirty="0">
                <a:latin typeface="微软雅黑" pitchFamily="34" charset="-122"/>
                <a:ea typeface="微软雅黑" pitchFamily="34" charset="-122"/>
              </a:rPr>
              <a:t>BOM</a:t>
            </a:r>
            <a:r>
              <a:rPr lang="zh-CN" altLang="en-US" sz="1600" dirty="0">
                <a:latin typeface="微软雅黑" pitchFamily="34" charset="-122"/>
                <a:ea typeface="微软雅黑" pitchFamily="34" charset="-122"/>
              </a:rPr>
              <a:t>始终与配置</a:t>
            </a:r>
            <a:r>
              <a:rPr lang="en-US" altLang="zh-CN" sz="1600" dirty="0">
                <a:latin typeface="微软雅黑" pitchFamily="34" charset="-122"/>
                <a:ea typeface="微软雅黑" pitchFamily="34" charset="-122"/>
              </a:rPr>
              <a:t>BOM</a:t>
            </a:r>
            <a:r>
              <a:rPr lang="zh-CN" altLang="en-US" sz="1600" dirty="0">
                <a:latin typeface="微软雅黑" pitchFamily="34" charset="-122"/>
                <a:ea typeface="微软雅黑" pitchFamily="34" charset="-122"/>
              </a:rPr>
              <a:t>保持同步，</a:t>
            </a:r>
            <a:endParaRPr lang="en-US" altLang="zh-CN" sz="1600" dirty="0">
              <a:latin typeface="微软雅黑" pitchFamily="34" charset="-122"/>
              <a:ea typeface="微软雅黑" pitchFamily="34" charset="-122"/>
            </a:endParaRPr>
          </a:p>
          <a:p>
            <a:pPr>
              <a:defRPr/>
            </a:pPr>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以研发部门为主的用户；</a:t>
            </a:r>
            <a:endParaRPr lang="en-US" altLang="zh-CN" sz="1600" dirty="0">
              <a:latin typeface="微软雅黑" pitchFamily="34" charset="-122"/>
              <a:ea typeface="微软雅黑" pitchFamily="34" charset="-122"/>
            </a:endParaRPr>
          </a:p>
          <a:p>
            <a:pPr marL="285750" indent="-285750">
              <a:buFont typeface="Arial" pitchFamily="34" charset="0"/>
              <a:buChar char="•"/>
              <a:defRPr/>
            </a:pPr>
            <a:r>
              <a:rPr lang="zh-CN" altLang="en-US" sz="1600" dirty="0">
                <a:latin typeface="微软雅黑" pitchFamily="34" charset="-122"/>
                <a:ea typeface="微软雅黑" pitchFamily="34" charset="-122"/>
              </a:rPr>
              <a:t>手动：适用于以配置</a:t>
            </a:r>
            <a:r>
              <a:rPr lang="en-US" altLang="zh-CN" sz="1600" dirty="0">
                <a:latin typeface="微软雅黑" pitchFamily="34" charset="-122"/>
                <a:ea typeface="微软雅黑" pitchFamily="34" charset="-122"/>
              </a:rPr>
              <a:t>BOM</a:t>
            </a:r>
            <a:r>
              <a:rPr lang="zh-CN" altLang="en-US" sz="1600" dirty="0">
                <a:latin typeface="微软雅黑" pitchFamily="34" charset="-122"/>
                <a:ea typeface="微软雅黑" pitchFamily="34" charset="-122"/>
              </a:rPr>
              <a:t>为模板，</a:t>
            </a:r>
            <a:endParaRPr lang="en-US" altLang="zh-CN" sz="1600" dirty="0">
              <a:latin typeface="微软雅黑" pitchFamily="34" charset="-122"/>
              <a:ea typeface="微软雅黑" pitchFamily="34" charset="-122"/>
            </a:endParaRPr>
          </a:p>
          <a:p>
            <a:pPr>
              <a:defRPr/>
            </a:pPr>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以客户需求为主的用户。</a:t>
            </a:r>
            <a:endParaRPr lang="en-US" altLang="zh-CN" sz="1600"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文字方塊 1"/>
          <p:cNvSpPr txBox="1">
            <a:spLocks noChangeArrowheads="1"/>
          </p:cNvSpPr>
          <p:nvPr/>
        </p:nvSpPr>
        <p:spPr bwMode="auto">
          <a:xfrm>
            <a:off x="0" y="571500"/>
            <a:ext cx="9144000" cy="646113"/>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基础资料准备</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a:t>
            </a:r>
            <a:r>
              <a:rPr lang="en-US" altLang="zh-CN" sz="3600" b="1" dirty="0" smtClean="0">
                <a:latin typeface="Microsoft JhengHei" pitchFamily="34" charset="-120"/>
                <a:ea typeface="Microsoft JhengHei" pitchFamily="34" charset="-120"/>
              </a:rPr>
              <a:t>BOM</a:t>
            </a:r>
            <a:r>
              <a:rPr lang="zh-CN" altLang="en-US" sz="3600" b="1" dirty="0" smtClean="0">
                <a:latin typeface="Microsoft JhengHei" pitchFamily="34" charset="-120"/>
                <a:ea typeface="Microsoft JhengHei" pitchFamily="34" charset="-120"/>
              </a:rPr>
              <a:t>单据性质</a:t>
            </a:r>
            <a:endParaRPr lang="zh-TW" altLang="en-US" sz="3600" b="1" dirty="0">
              <a:latin typeface="Microsoft JhengHei" pitchFamily="34" charset="-120"/>
              <a:ea typeface="Microsoft JhengHei" pitchFamily="34" charset="-120"/>
            </a:endParaRPr>
          </a:p>
        </p:txBody>
      </p:sp>
      <p:sp>
        <p:nvSpPr>
          <p:cNvPr id="52227" name="TextBox 6"/>
          <p:cNvSpPr txBox="1">
            <a:spLocks noChangeArrowheads="1"/>
          </p:cNvSpPr>
          <p:nvPr/>
        </p:nvSpPr>
        <p:spPr bwMode="auto">
          <a:xfrm>
            <a:off x="468313" y="1270000"/>
            <a:ext cx="6840537"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：维护</a:t>
            </a: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单据类型信息</a:t>
            </a:r>
            <a:endParaRPr lang="zh-CN" altLang="en-US" sz="2000" dirty="0">
              <a:latin typeface="微软雅黑" pitchFamily="34" charset="-122"/>
              <a:ea typeface="微软雅黑" pitchFamily="34" charset="-122"/>
            </a:endParaRPr>
          </a:p>
        </p:txBody>
      </p:sp>
      <p:sp>
        <p:nvSpPr>
          <p:cNvPr id="8" name="TextBox 7"/>
          <p:cNvSpPr txBox="1"/>
          <p:nvPr/>
        </p:nvSpPr>
        <p:spPr>
          <a:xfrm>
            <a:off x="71755" y="1770380"/>
            <a:ext cx="8388350" cy="914400"/>
          </a:xfrm>
          <a:prstGeom prst="rect">
            <a:avLst/>
          </a:prstGeom>
          <a:noFill/>
        </p:spPr>
        <p:txBody>
          <a:bodyPr wrap="square">
            <a:spAutoFit/>
          </a:bodyPr>
          <a:lstStyle/>
          <a:p>
            <a:pPr marL="360045" lvl="1" indent="-285750">
              <a:spcBef>
                <a:spcPts val="0"/>
              </a:spcBef>
              <a:buFont typeface="Wingdings" pitchFamily="2" charset="2"/>
              <a:buChar char="n"/>
              <a:defRPr/>
            </a:pPr>
            <a:r>
              <a:rPr lang="zh-CN" altLang="en-US" sz="1800" dirty="0" smtClean="0">
                <a:solidFill>
                  <a:srgbClr val="0D0D0D"/>
                </a:solidFill>
                <a:latin typeface="+mn-ea"/>
                <a:ea typeface="+mn-ea"/>
              </a:rPr>
              <a:t>建立</a:t>
            </a:r>
            <a:r>
              <a:rPr lang="en-US" altLang="zh-CN" sz="1800" dirty="0" smtClean="0">
                <a:solidFill>
                  <a:srgbClr val="0D0D0D"/>
                </a:solidFill>
                <a:latin typeface="+mn-ea"/>
                <a:ea typeface="+mn-ea"/>
              </a:rPr>
              <a:t>BOM</a:t>
            </a:r>
            <a:r>
              <a:rPr lang="zh-CN" altLang="en-US" sz="1800" dirty="0" smtClean="0">
                <a:solidFill>
                  <a:srgbClr val="0D0D0D"/>
                </a:solidFill>
                <a:latin typeface="+mn-ea"/>
                <a:ea typeface="+mn-ea"/>
              </a:rPr>
              <a:t>系统中的单据类型：工程变更需求单、工程变更单</a:t>
            </a:r>
            <a:endParaRPr lang="en-US" altLang="zh-CN" sz="1800" dirty="0" smtClean="0">
              <a:solidFill>
                <a:srgbClr val="0D0D0D"/>
              </a:solidFill>
              <a:latin typeface="+mn-ea"/>
              <a:ea typeface="+mn-ea"/>
            </a:endParaRPr>
          </a:p>
          <a:p>
            <a:pPr marL="360045" lvl="1" indent="-285750">
              <a:spcBef>
                <a:spcPts val="0"/>
              </a:spcBef>
              <a:buFont typeface="Wingdings" pitchFamily="2" charset="2"/>
              <a:buChar char="n"/>
              <a:defRPr/>
            </a:pPr>
            <a:endParaRPr lang="en-US" altLang="zh-CN" sz="1800" dirty="0">
              <a:solidFill>
                <a:srgbClr val="0D0D0D"/>
              </a:solidFill>
              <a:latin typeface="+mn-ea"/>
              <a:ea typeface="+mn-ea"/>
            </a:endParaRPr>
          </a:p>
          <a:p>
            <a:pPr>
              <a:buFont typeface="Wingdings" pitchFamily="2" charset="2"/>
              <a:buChar char="n"/>
              <a:defRPr/>
            </a:pPr>
            <a:endParaRPr lang="zh-CN" altLang="en-US" sz="1800" dirty="0">
              <a:latin typeface="微软雅黑" pitchFamily="34" charset="-122"/>
              <a:ea typeface="微软雅黑" pitchFamily="34" charset="-122"/>
            </a:endParaRPr>
          </a:p>
        </p:txBody>
      </p:sp>
      <p:pic>
        <p:nvPicPr>
          <p:cNvPr id="2" name="图片 1"/>
          <p:cNvPicPr>
            <a:picLocks noChangeAspect="1"/>
          </p:cNvPicPr>
          <p:nvPr/>
        </p:nvPicPr>
        <p:blipFill>
          <a:blip r:embed="rId1"/>
          <a:stretch>
            <a:fillRect/>
          </a:stretch>
        </p:blipFill>
        <p:spPr>
          <a:xfrm>
            <a:off x="1259840" y="2348865"/>
            <a:ext cx="6556375" cy="4214495"/>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986280" y="2421890"/>
            <a:ext cx="5106035" cy="4065905"/>
          </a:xfrm>
          <a:prstGeom prst="rect">
            <a:avLst/>
          </a:prstGeom>
        </p:spPr>
      </p:pic>
      <p:sp>
        <p:nvSpPr>
          <p:cNvPr id="52226" name="文字方塊 1"/>
          <p:cNvSpPr txBox="1">
            <a:spLocks noChangeArrowheads="1"/>
          </p:cNvSpPr>
          <p:nvPr/>
        </p:nvSpPr>
        <p:spPr bwMode="auto">
          <a:xfrm>
            <a:off x="0" y="571500"/>
            <a:ext cx="9144000" cy="646113"/>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基础资料准备</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维护产品生命周期信息</a:t>
            </a:r>
            <a:endParaRPr lang="zh-TW" altLang="en-US" sz="3600" b="1" dirty="0">
              <a:latin typeface="Microsoft JhengHei" pitchFamily="34" charset="-120"/>
              <a:ea typeface="Microsoft JhengHei" pitchFamily="34" charset="-120"/>
            </a:endParaRPr>
          </a:p>
        </p:txBody>
      </p:sp>
      <p:sp>
        <p:nvSpPr>
          <p:cNvPr id="52227" name="TextBox 6"/>
          <p:cNvSpPr txBox="1">
            <a:spLocks noChangeArrowheads="1"/>
          </p:cNvSpPr>
          <p:nvPr/>
        </p:nvSpPr>
        <p:spPr bwMode="auto">
          <a:xfrm>
            <a:off x="468313" y="1270000"/>
            <a:ext cx="6840537"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：建立产品生命周期代码</a:t>
            </a:r>
            <a:endParaRPr lang="zh-CN" altLang="en-US" sz="2000" dirty="0">
              <a:latin typeface="微软雅黑" pitchFamily="34" charset="-122"/>
              <a:ea typeface="微软雅黑" pitchFamily="34" charset="-122"/>
            </a:endParaRPr>
          </a:p>
        </p:txBody>
      </p:sp>
      <p:sp>
        <p:nvSpPr>
          <p:cNvPr id="8" name="TextBox 7"/>
          <p:cNvSpPr txBox="1"/>
          <p:nvPr/>
        </p:nvSpPr>
        <p:spPr>
          <a:xfrm>
            <a:off x="0" y="1857375"/>
            <a:ext cx="8928735" cy="384810"/>
          </a:xfrm>
          <a:prstGeom prst="rect">
            <a:avLst/>
          </a:prstGeom>
          <a:noFill/>
        </p:spPr>
        <p:txBody>
          <a:bodyPr wrap="square">
            <a:spAutoFit/>
          </a:bodyPr>
          <a:lstStyle/>
          <a:p>
            <a:pPr>
              <a:buFont typeface="Wingdings" pitchFamily="2" charset="2"/>
              <a:buChar char="n"/>
              <a:defRPr/>
            </a:pPr>
            <a:r>
              <a:rPr lang="zh-CN" altLang="en-US" sz="1800" dirty="0" smtClean="0">
                <a:latin typeface="微软雅黑" pitchFamily="34" charset="-122"/>
                <a:ea typeface="微软雅黑" pitchFamily="34" charset="-122"/>
              </a:rPr>
              <a:t>针对</a:t>
            </a:r>
            <a:r>
              <a:rPr lang="en-US" altLang="zh-CN" sz="1800" dirty="0" smtClean="0">
                <a:latin typeface="微软雅黑" pitchFamily="34" charset="-122"/>
                <a:ea typeface="微软雅黑" pitchFamily="34" charset="-122"/>
              </a:rPr>
              <a:t>3</a:t>
            </a:r>
            <a:r>
              <a:rPr lang="zh-CN" altLang="en-US" sz="1800" dirty="0" smtClean="0">
                <a:latin typeface="微软雅黑" pitchFamily="34" charset="-122"/>
                <a:ea typeface="微软雅黑" pitchFamily="34" charset="-122"/>
              </a:rPr>
              <a:t>种周期状态可以定义多个代码，但同一个操作项只能存在一次</a:t>
            </a:r>
            <a:endParaRPr lang="zh-CN" altLang="en-US" sz="1800" dirty="0">
              <a:latin typeface="微软雅黑" pitchFamily="34" charset="-122"/>
              <a:ea typeface="微软雅黑" pitchFamily="34" charset="-122"/>
            </a:endParaRPr>
          </a:p>
        </p:txBody>
      </p:sp>
      <p:sp>
        <p:nvSpPr>
          <p:cNvPr id="7" name="圆角矩形标注 9"/>
          <p:cNvSpPr/>
          <p:nvPr/>
        </p:nvSpPr>
        <p:spPr>
          <a:xfrm>
            <a:off x="5010490" y="3789681"/>
            <a:ext cx="1080120" cy="864096"/>
          </a:xfrm>
          <a:prstGeom prst="wedgeRoundRectCallout">
            <a:avLst>
              <a:gd name="adj1" fmla="val -101921"/>
              <a:gd name="adj2" fmla="val 22622"/>
              <a:gd name="adj3" fmla="val 16667"/>
            </a:avLst>
          </a:prstGeom>
        </p:spPr>
        <p:style>
          <a:lnRef idx="1">
            <a:schemeClr val="accent6"/>
          </a:lnRef>
          <a:fillRef idx="2">
            <a:schemeClr val="accent6"/>
          </a:fillRef>
          <a:effectRef idx="1">
            <a:schemeClr val="accent6"/>
          </a:effectRef>
          <a:fontRef idx="minor">
            <a:schemeClr val="dk1"/>
          </a:fontRef>
        </p:style>
        <p:txBody>
          <a:bodyPr anchor="ctr"/>
          <a:lstStyle/>
          <a:p>
            <a:pPr algn="ctr"/>
            <a:r>
              <a:rPr lang="zh-TW" altLang="en-US" dirty="0" smtClean="0">
                <a:solidFill>
                  <a:srgbClr val="0000CC"/>
                </a:solidFill>
              </a:rPr>
              <a:t>新建</a:t>
            </a:r>
            <a:endParaRPr lang="en-US" altLang="zh-TW" dirty="0" smtClean="0">
              <a:solidFill>
                <a:srgbClr val="0000CC"/>
              </a:solidFill>
            </a:endParaRPr>
          </a:p>
          <a:p>
            <a:pPr algn="ctr"/>
            <a:r>
              <a:rPr lang="zh-TW" altLang="en-US" dirty="0" smtClean="0">
                <a:solidFill>
                  <a:srgbClr val="0000CC"/>
                </a:solidFill>
              </a:rPr>
              <a:t>发行</a:t>
            </a:r>
            <a:endParaRPr lang="en-US" altLang="zh-TW" dirty="0" smtClean="0">
              <a:solidFill>
                <a:srgbClr val="0000CC"/>
              </a:solidFill>
            </a:endParaRPr>
          </a:p>
          <a:p>
            <a:pPr algn="ctr"/>
            <a:r>
              <a:rPr lang="zh-TW" altLang="en-US" dirty="0" smtClean="0">
                <a:solidFill>
                  <a:srgbClr val="0000CC"/>
                </a:solidFill>
              </a:rPr>
              <a:t>终止</a:t>
            </a:r>
            <a:endParaRPr lang="zh-CN" altLang="en-US" dirty="0">
              <a:solidFill>
                <a:srgbClr val="0000CC"/>
              </a:solidFill>
            </a:endParaRPr>
          </a:p>
        </p:txBody>
      </p:sp>
      <p:grpSp>
        <p:nvGrpSpPr>
          <p:cNvPr id="9" name="群組 20"/>
          <p:cNvGrpSpPr/>
          <p:nvPr/>
        </p:nvGrpSpPr>
        <p:grpSpPr>
          <a:xfrm>
            <a:off x="4650571" y="5158120"/>
            <a:ext cx="2420153" cy="919004"/>
            <a:chOff x="6282024" y="4314802"/>
            <a:chExt cx="3266043" cy="1440160"/>
          </a:xfrm>
        </p:grpSpPr>
        <p:sp>
          <p:nvSpPr>
            <p:cNvPr id="10" name="圆角矩形标注 9"/>
            <p:cNvSpPr/>
            <p:nvPr/>
          </p:nvSpPr>
          <p:spPr>
            <a:xfrm>
              <a:off x="6282024" y="4314802"/>
              <a:ext cx="3168352" cy="1440160"/>
            </a:xfrm>
            <a:prstGeom prst="wedgeRoundRectCallout">
              <a:avLst>
                <a:gd name="adj1" fmla="val -66680"/>
                <a:gd name="adj2" fmla="val -44888"/>
                <a:gd name="adj3" fmla="val 16667"/>
              </a:avLst>
            </a:prstGeom>
          </p:spPr>
          <p:style>
            <a:lnRef idx="1">
              <a:schemeClr val="accent6"/>
            </a:lnRef>
            <a:fillRef idx="2">
              <a:schemeClr val="accent6"/>
            </a:fillRef>
            <a:effectRef idx="1">
              <a:schemeClr val="accent6"/>
            </a:effectRef>
            <a:fontRef idx="minor">
              <a:schemeClr val="dk1"/>
            </a:fontRef>
          </p:style>
          <p:txBody>
            <a:bodyPr anchor="t"/>
            <a:lstStyle/>
            <a:p>
              <a:r>
                <a:rPr lang="zh-CN" altLang="en-US" smtClean="0">
                  <a:solidFill>
                    <a:srgbClr val="0000CC"/>
                  </a:solidFill>
                </a:rPr>
                <a:t>对应品号信息的按钮</a:t>
              </a:r>
              <a:endParaRPr lang="zh-CN" altLang="en-US" dirty="0">
                <a:solidFill>
                  <a:srgbClr val="0000CC"/>
                </a:solidFill>
              </a:endParaRPr>
            </a:p>
          </p:txBody>
        </p:sp>
        <p:pic>
          <p:nvPicPr>
            <p:cNvPr id="11" name="Picture 3"/>
            <p:cNvPicPr>
              <a:picLocks noChangeAspect="1" noChangeArrowheads="1"/>
            </p:cNvPicPr>
            <p:nvPr/>
          </p:nvPicPr>
          <p:blipFill>
            <a:blip r:embed="rId2" cstate="print"/>
            <a:srcRect l="10133" r="42027" b="78054"/>
            <a:stretch>
              <a:fillRect/>
            </a:stretch>
          </p:blipFill>
          <p:spPr bwMode="auto">
            <a:xfrm>
              <a:off x="6379715" y="4878564"/>
              <a:ext cx="3168352" cy="872054"/>
            </a:xfrm>
            <a:prstGeom prst="rect">
              <a:avLst/>
            </a:prstGeom>
            <a:noFill/>
            <a:ln w="9525">
              <a:noFill/>
              <a:miter lim="800000"/>
              <a:headEnd/>
              <a:tailEnd/>
            </a:ln>
          </p:spPr>
        </p:pic>
        <p:sp>
          <p:nvSpPr>
            <p:cNvPr id="12" name="矩形 11"/>
            <p:cNvSpPr/>
            <p:nvPr/>
          </p:nvSpPr>
          <p:spPr>
            <a:xfrm>
              <a:off x="7157235" y="4991732"/>
              <a:ext cx="936104" cy="7200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文字方塊 1"/>
          <p:cNvSpPr txBox="1">
            <a:spLocks noChangeArrowheads="1"/>
          </p:cNvSpPr>
          <p:nvPr/>
        </p:nvSpPr>
        <p:spPr bwMode="auto">
          <a:xfrm>
            <a:off x="0" y="571500"/>
            <a:ext cx="9144000" cy="646113"/>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基础资料准备</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维护变更原因</a:t>
            </a:r>
            <a:endParaRPr lang="zh-TW" altLang="en-US" sz="3600" b="1" dirty="0">
              <a:latin typeface="Microsoft JhengHei" pitchFamily="34" charset="-120"/>
              <a:ea typeface="Microsoft JhengHei" pitchFamily="34" charset="-120"/>
            </a:endParaRPr>
          </a:p>
        </p:txBody>
      </p:sp>
      <p:sp>
        <p:nvSpPr>
          <p:cNvPr id="52227" name="TextBox 6"/>
          <p:cNvSpPr txBox="1">
            <a:spLocks noChangeArrowheads="1"/>
          </p:cNvSpPr>
          <p:nvPr/>
        </p:nvSpPr>
        <p:spPr bwMode="auto">
          <a:xfrm>
            <a:off x="468313" y="1270000"/>
            <a:ext cx="6840537"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：建立</a:t>
            </a:r>
            <a:r>
              <a:rPr lang="en-US" altLang="zh-CN" sz="2000" dirty="0" smtClean="0">
                <a:latin typeface="微软雅黑" pitchFamily="34" charset="-122"/>
                <a:ea typeface="微软雅黑" pitchFamily="34" charset="-122"/>
              </a:rPr>
              <a:t>ECR</a:t>
            </a:r>
            <a:r>
              <a:rPr lang="zh-CN" altLang="en-US" sz="2000" dirty="0" smtClean="0">
                <a:latin typeface="微软雅黑" pitchFamily="34" charset="-122"/>
                <a:ea typeface="微软雅黑" pitchFamily="34" charset="-122"/>
              </a:rPr>
              <a:t>或</a:t>
            </a:r>
            <a:r>
              <a:rPr lang="en-US" altLang="zh-CN" sz="2000" dirty="0" smtClean="0">
                <a:latin typeface="微软雅黑" pitchFamily="34" charset="-122"/>
                <a:ea typeface="微软雅黑" pitchFamily="34" charset="-122"/>
              </a:rPr>
              <a:t>ECN</a:t>
            </a:r>
            <a:r>
              <a:rPr lang="zh-CN" altLang="en-US" sz="2000" dirty="0" smtClean="0">
                <a:latin typeface="微软雅黑" pitchFamily="34" charset="-122"/>
                <a:ea typeface="微软雅黑" pitchFamily="34" charset="-122"/>
              </a:rPr>
              <a:t>的常用变更原因信息</a:t>
            </a:r>
            <a:endParaRPr lang="zh-CN" altLang="en-US" sz="2000" dirty="0">
              <a:latin typeface="微软雅黑" pitchFamily="34" charset="-122"/>
              <a:ea typeface="微软雅黑" pitchFamily="34" charset="-122"/>
            </a:endParaRPr>
          </a:p>
        </p:txBody>
      </p:sp>
      <p:sp>
        <p:nvSpPr>
          <p:cNvPr id="8" name="TextBox 7"/>
          <p:cNvSpPr txBox="1"/>
          <p:nvPr/>
        </p:nvSpPr>
        <p:spPr>
          <a:xfrm>
            <a:off x="71755" y="1846580"/>
            <a:ext cx="8665210" cy="384810"/>
          </a:xfrm>
          <a:prstGeom prst="rect">
            <a:avLst/>
          </a:prstGeom>
          <a:noFill/>
        </p:spPr>
        <p:txBody>
          <a:bodyPr wrap="square">
            <a:spAutoFit/>
          </a:bodyPr>
          <a:lstStyle/>
          <a:p>
            <a:pPr>
              <a:buFont typeface="Wingdings" pitchFamily="2" charset="2"/>
              <a:buChar char="n"/>
              <a:defRPr/>
            </a:pPr>
            <a:r>
              <a:rPr lang="zh-CN" altLang="en-US" sz="1800" dirty="0" smtClean="0">
                <a:latin typeface="微软雅黑" pitchFamily="34" charset="-122"/>
                <a:ea typeface="微软雅黑" pitchFamily="34" charset="-122"/>
              </a:rPr>
              <a:t>通过定义变更原因的基础信息，后续可以此进行统计分析</a:t>
            </a:r>
            <a:endParaRPr lang="zh-CN" altLang="en-US" sz="1800" dirty="0" smtClean="0">
              <a:latin typeface="微软雅黑" pitchFamily="34" charset="-122"/>
              <a:ea typeface="微软雅黑" pitchFamily="34" charset="-122"/>
            </a:endParaRPr>
          </a:p>
        </p:txBody>
      </p:sp>
      <p:pic>
        <p:nvPicPr>
          <p:cNvPr id="2" name="图片 1"/>
          <p:cNvPicPr>
            <a:picLocks noChangeAspect="1"/>
          </p:cNvPicPr>
          <p:nvPr/>
        </p:nvPicPr>
        <p:blipFill>
          <a:blip r:embed="rId1"/>
          <a:stretch>
            <a:fillRect/>
          </a:stretch>
        </p:blipFill>
        <p:spPr>
          <a:xfrm>
            <a:off x="1763395" y="2564765"/>
            <a:ext cx="5552440" cy="399034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文字方塊 1"/>
          <p:cNvSpPr txBox="1">
            <a:spLocks noChangeArrowheads="1"/>
          </p:cNvSpPr>
          <p:nvPr/>
        </p:nvSpPr>
        <p:spPr bwMode="auto">
          <a:xfrm>
            <a:off x="0" y="571500"/>
            <a:ext cx="9144000" cy="646113"/>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基础资料准备</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维护分析类别</a:t>
            </a:r>
            <a:endParaRPr lang="zh-TW" altLang="en-US" sz="3600" b="1" dirty="0">
              <a:latin typeface="Microsoft JhengHei" pitchFamily="34" charset="-120"/>
              <a:ea typeface="Microsoft JhengHei" pitchFamily="34" charset="-120"/>
            </a:endParaRPr>
          </a:p>
        </p:txBody>
      </p:sp>
      <p:sp>
        <p:nvSpPr>
          <p:cNvPr id="52227" name="TextBox 6"/>
          <p:cNvSpPr txBox="1">
            <a:spLocks noChangeArrowheads="1"/>
          </p:cNvSpPr>
          <p:nvPr/>
        </p:nvSpPr>
        <p:spPr bwMode="auto">
          <a:xfrm>
            <a:off x="468313" y="1270000"/>
            <a:ext cx="6840537"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：建立</a:t>
            </a:r>
            <a:r>
              <a:rPr lang="en-US" altLang="zh-CN" sz="2000" dirty="0" smtClean="0">
                <a:latin typeface="微软雅黑" pitchFamily="34" charset="-122"/>
                <a:ea typeface="微软雅黑" pitchFamily="34" charset="-122"/>
              </a:rPr>
              <a:t>ECR</a:t>
            </a:r>
            <a:r>
              <a:rPr lang="zh-CN" altLang="en-US" sz="2000" dirty="0" smtClean="0">
                <a:latin typeface="微软雅黑" pitchFamily="34" charset="-122"/>
                <a:ea typeface="微软雅黑" pitchFamily="34" charset="-122"/>
              </a:rPr>
              <a:t>的分析类别</a:t>
            </a:r>
            <a:endParaRPr lang="zh-CN" altLang="en-US" sz="2000" dirty="0">
              <a:latin typeface="微软雅黑" pitchFamily="34" charset="-122"/>
              <a:ea typeface="微软雅黑" pitchFamily="34" charset="-122"/>
            </a:endParaRPr>
          </a:p>
        </p:txBody>
      </p:sp>
      <p:sp>
        <p:nvSpPr>
          <p:cNvPr id="8" name="TextBox 7"/>
          <p:cNvSpPr txBox="1"/>
          <p:nvPr/>
        </p:nvSpPr>
        <p:spPr>
          <a:xfrm>
            <a:off x="71755" y="1833880"/>
            <a:ext cx="7141210" cy="384810"/>
          </a:xfrm>
          <a:prstGeom prst="rect">
            <a:avLst/>
          </a:prstGeom>
          <a:noFill/>
        </p:spPr>
        <p:txBody>
          <a:bodyPr wrap="square">
            <a:spAutoFit/>
          </a:bodyPr>
          <a:lstStyle/>
          <a:p>
            <a:pPr>
              <a:buFont typeface="Wingdings" pitchFamily="2" charset="2"/>
              <a:buChar char="n"/>
              <a:defRPr/>
            </a:pPr>
            <a:r>
              <a:rPr lang="zh-CN" altLang="en-US" sz="1800" dirty="0" smtClean="0">
                <a:latin typeface="微软雅黑" pitchFamily="34" charset="-122"/>
                <a:ea typeface="微软雅黑" pitchFamily="34" charset="-122"/>
              </a:rPr>
              <a:t>在</a:t>
            </a:r>
            <a:r>
              <a:rPr lang="en-US" altLang="zh-CN" sz="1800" dirty="0" smtClean="0">
                <a:latin typeface="微软雅黑" pitchFamily="34" charset="-122"/>
                <a:ea typeface="微软雅黑" pitchFamily="34" charset="-122"/>
              </a:rPr>
              <a:t>ECR</a:t>
            </a:r>
            <a:r>
              <a:rPr lang="zh-CN" altLang="en-US" sz="1800" dirty="0" smtClean="0">
                <a:latin typeface="微软雅黑" pitchFamily="34" charset="-122"/>
                <a:ea typeface="微软雅黑" pitchFamily="34" charset="-122"/>
              </a:rPr>
              <a:t>上记录对产品做过的鉴定实验内容</a:t>
            </a:r>
            <a:endParaRPr lang="zh-CN" altLang="en-US" sz="1800" dirty="0">
              <a:latin typeface="微软雅黑" pitchFamily="34" charset="-122"/>
              <a:ea typeface="微软雅黑" pitchFamily="34" charset="-122"/>
            </a:endParaRPr>
          </a:p>
        </p:txBody>
      </p:sp>
      <p:pic>
        <p:nvPicPr>
          <p:cNvPr id="3" name="图片 2"/>
          <p:cNvPicPr>
            <a:picLocks noChangeAspect="1"/>
          </p:cNvPicPr>
          <p:nvPr/>
        </p:nvPicPr>
        <p:blipFill>
          <a:blip r:embed="rId1"/>
          <a:stretch>
            <a:fillRect/>
          </a:stretch>
        </p:blipFill>
        <p:spPr>
          <a:xfrm>
            <a:off x="1763395" y="2493010"/>
            <a:ext cx="5581015" cy="399034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文字方塊 1"/>
          <p:cNvSpPr txBox="1">
            <a:spLocks noChangeArrowheads="1"/>
          </p:cNvSpPr>
          <p:nvPr/>
        </p:nvSpPr>
        <p:spPr bwMode="auto">
          <a:xfrm>
            <a:off x="0" y="571500"/>
            <a:ext cx="9144000" cy="646113"/>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基础资料准备</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维护工作</a:t>
            </a:r>
            <a:endParaRPr lang="zh-TW" altLang="en-US" sz="3600" b="1" dirty="0">
              <a:latin typeface="Microsoft JhengHei" pitchFamily="34" charset="-120"/>
              <a:ea typeface="Microsoft JhengHei" pitchFamily="34" charset="-120"/>
            </a:endParaRPr>
          </a:p>
        </p:txBody>
      </p:sp>
      <p:sp>
        <p:nvSpPr>
          <p:cNvPr id="52227" name="TextBox 6"/>
          <p:cNvSpPr txBox="1">
            <a:spLocks noChangeArrowheads="1"/>
          </p:cNvSpPr>
          <p:nvPr/>
        </p:nvSpPr>
        <p:spPr bwMode="auto">
          <a:xfrm>
            <a:off x="468313" y="1270000"/>
            <a:ext cx="6840537"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：建立变更后续的相关工作指示</a:t>
            </a:r>
            <a:endParaRPr lang="zh-CN" altLang="en-US" sz="2000" dirty="0">
              <a:latin typeface="微软雅黑" pitchFamily="34" charset="-122"/>
              <a:ea typeface="微软雅黑" pitchFamily="34" charset="-122"/>
            </a:endParaRPr>
          </a:p>
        </p:txBody>
      </p:sp>
      <p:sp>
        <p:nvSpPr>
          <p:cNvPr id="8" name="TextBox 7"/>
          <p:cNvSpPr txBox="1"/>
          <p:nvPr/>
        </p:nvSpPr>
        <p:spPr>
          <a:xfrm>
            <a:off x="71755" y="2011680"/>
            <a:ext cx="7884795" cy="384810"/>
          </a:xfrm>
          <a:prstGeom prst="rect">
            <a:avLst/>
          </a:prstGeom>
          <a:noFill/>
        </p:spPr>
        <p:txBody>
          <a:bodyPr wrap="square">
            <a:spAutoFit/>
          </a:bodyPr>
          <a:lstStyle/>
          <a:p>
            <a:pPr>
              <a:buFont typeface="Wingdings" pitchFamily="2" charset="2"/>
              <a:buChar char="n"/>
              <a:defRPr/>
            </a:pPr>
            <a:r>
              <a:rPr lang="zh-CN" altLang="en-US" sz="1800" dirty="0" smtClean="0">
                <a:latin typeface="微软雅黑" pitchFamily="34" charset="-122"/>
                <a:ea typeface="微软雅黑" pitchFamily="34" charset="-122"/>
              </a:rPr>
              <a:t>在</a:t>
            </a:r>
            <a:r>
              <a:rPr lang="en-US" altLang="zh-CN" sz="1800" dirty="0" smtClean="0">
                <a:latin typeface="微软雅黑" pitchFamily="34" charset="-122"/>
                <a:ea typeface="微软雅黑" pitchFamily="34" charset="-122"/>
              </a:rPr>
              <a:t>ECR/ECN</a:t>
            </a:r>
            <a:r>
              <a:rPr lang="zh-CN" altLang="en-US" sz="1800" dirty="0" smtClean="0">
                <a:latin typeface="微软雅黑" pitchFamily="34" charset="-122"/>
                <a:ea typeface="微软雅黑" pitchFamily="34" charset="-122"/>
              </a:rPr>
              <a:t>上记录后续的工作安排</a:t>
            </a:r>
            <a:endParaRPr lang="zh-CN" altLang="en-US" sz="1800" dirty="0">
              <a:latin typeface="微软雅黑" pitchFamily="34" charset="-122"/>
              <a:ea typeface="微软雅黑" pitchFamily="34" charset="-122"/>
            </a:endParaRPr>
          </a:p>
        </p:txBody>
      </p:sp>
      <p:pic>
        <p:nvPicPr>
          <p:cNvPr id="2" name="图片 1"/>
          <p:cNvPicPr>
            <a:picLocks noChangeAspect="1"/>
          </p:cNvPicPr>
          <p:nvPr/>
        </p:nvPicPr>
        <p:blipFill>
          <a:blip r:embed="rId1"/>
          <a:stretch>
            <a:fillRect/>
          </a:stretch>
        </p:blipFill>
        <p:spPr>
          <a:xfrm>
            <a:off x="1835785" y="2637155"/>
            <a:ext cx="5523865" cy="3980815"/>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文字方塊 1"/>
          <p:cNvSpPr txBox="1">
            <a:spLocks noChangeArrowheads="1"/>
          </p:cNvSpPr>
          <p:nvPr/>
        </p:nvSpPr>
        <p:spPr bwMode="auto">
          <a:xfrm>
            <a:off x="0" y="571500"/>
            <a:ext cx="9144000" cy="646113"/>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基础资料准备</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维护紧急等级</a:t>
            </a:r>
            <a:endParaRPr lang="zh-TW" altLang="en-US" sz="3600" b="1" dirty="0">
              <a:latin typeface="Microsoft JhengHei" pitchFamily="34" charset="-120"/>
              <a:ea typeface="Microsoft JhengHei" pitchFamily="34" charset="-120"/>
            </a:endParaRPr>
          </a:p>
        </p:txBody>
      </p:sp>
      <p:sp>
        <p:nvSpPr>
          <p:cNvPr id="52227" name="TextBox 6"/>
          <p:cNvSpPr txBox="1">
            <a:spLocks noChangeArrowheads="1"/>
          </p:cNvSpPr>
          <p:nvPr/>
        </p:nvSpPr>
        <p:spPr bwMode="auto">
          <a:xfrm>
            <a:off x="468313" y="1270000"/>
            <a:ext cx="6840537"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：建立</a:t>
            </a:r>
            <a:r>
              <a:rPr lang="en-US" altLang="zh-CN" sz="2000" dirty="0" smtClean="0">
                <a:latin typeface="微软雅黑" pitchFamily="34" charset="-122"/>
                <a:ea typeface="微软雅黑" pitchFamily="34" charset="-122"/>
              </a:rPr>
              <a:t>ECR/ECN</a:t>
            </a:r>
            <a:r>
              <a:rPr lang="zh-CN" altLang="en-US" sz="2000" dirty="0" smtClean="0">
                <a:latin typeface="微软雅黑" pitchFamily="34" charset="-122"/>
                <a:ea typeface="微软雅黑" pitchFamily="34" charset="-122"/>
              </a:rPr>
              <a:t>的紧急程度信息</a:t>
            </a:r>
            <a:endParaRPr lang="zh-CN" altLang="en-US" sz="2000" dirty="0">
              <a:latin typeface="微软雅黑" pitchFamily="34" charset="-122"/>
              <a:ea typeface="微软雅黑" pitchFamily="34" charset="-122"/>
            </a:endParaRPr>
          </a:p>
        </p:txBody>
      </p:sp>
      <p:sp>
        <p:nvSpPr>
          <p:cNvPr id="8" name="TextBox 7"/>
          <p:cNvSpPr txBox="1"/>
          <p:nvPr/>
        </p:nvSpPr>
        <p:spPr>
          <a:xfrm>
            <a:off x="142875" y="2071370"/>
            <a:ext cx="6337935" cy="384810"/>
          </a:xfrm>
          <a:prstGeom prst="rect">
            <a:avLst/>
          </a:prstGeom>
          <a:noFill/>
        </p:spPr>
        <p:txBody>
          <a:bodyPr wrap="square">
            <a:spAutoFit/>
          </a:bodyPr>
          <a:lstStyle/>
          <a:p>
            <a:pPr>
              <a:buFont typeface="Wingdings" pitchFamily="2" charset="2"/>
              <a:buChar char="n"/>
              <a:defRPr/>
            </a:pPr>
            <a:r>
              <a:rPr lang="zh-CN" altLang="en-US" sz="1800" dirty="0" smtClean="0">
                <a:latin typeface="微软雅黑" pitchFamily="34" charset="-122"/>
                <a:ea typeface="微软雅黑" pitchFamily="34" charset="-122"/>
              </a:rPr>
              <a:t>在</a:t>
            </a:r>
            <a:r>
              <a:rPr lang="en-US" altLang="zh-CN" sz="1800" dirty="0" smtClean="0">
                <a:latin typeface="微软雅黑" pitchFamily="34" charset="-122"/>
                <a:ea typeface="微软雅黑" pitchFamily="34" charset="-122"/>
              </a:rPr>
              <a:t>ECR/ECN</a:t>
            </a:r>
            <a:r>
              <a:rPr lang="zh-CN" altLang="en-US" sz="1800" dirty="0" smtClean="0">
                <a:latin typeface="微软雅黑" pitchFamily="34" charset="-122"/>
                <a:ea typeface="微软雅黑" pitchFamily="34" charset="-122"/>
              </a:rPr>
              <a:t>上记录此次变更的紧急程度</a:t>
            </a:r>
            <a:endParaRPr lang="zh-CN" altLang="en-US" sz="1800" dirty="0">
              <a:latin typeface="微软雅黑" pitchFamily="34" charset="-122"/>
              <a:ea typeface="微软雅黑" pitchFamily="34" charset="-122"/>
            </a:endParaRPr>
          </a:p>
        </p:txBody>
      </p:sp>
      <p:pic>
        <p:nvPicPr>
          <p:cNvPr id="2" name="图片 1"/>
          <p:cNvPicPr>
            <a:picLocks noChangeAspect="1"/>
          </p:cNvPicPr>
          <p:nvPr/>
        </p:nvPicPr>
        <p:blipFill>
          <a:blip r:embed="rId1"/>
          <a:stretch>
            <a:fillRect/>
          </a:stretch>
        </p:blipFill>
        <p:spPr>
          <a:xfrm>
            <a:off x="1835785" y="2637155"/>
            <a:ext cx="5561965" cy="3999865"/>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文字方塊 1"/>
          <p:cNvSpPr txBox="1">
            <a:spLocks noChangeArrowheads="1"/>
          </p:cNvSpPr>
          <p:nvPr/>
        </p:nvSpPr>
        <p:spPr bwMode="auto">
          <a:xfrm>
            <a:off x="0" y="571500"/>
            <a:ext cx="9144000" cy="646113"/>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基础资料准备</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维护品号信息</a:t>
            </a:r>
            <a:endParaRPr lang="zh-TW" altLang="en-US" sz="3600" b="1" dirty="0">
              <a:latin typeface="Microsoft JhengHei" pitchFamily="34" charset="-120"/>
              <a:ea typeface="Microsoft JhengHei" pitchFamily="34" charset="-120"/>
            </a:endParaRPr>
          </a:p>
        </p:txBody>
      </p:sp>
      <p:sp>
        <p:nvSpPr>
          <p:cNvPr id="52227" name="TextBox 6"/>
          <p:cNvSpPr txBox="1">
            <a:spLocks noChangeArrowheads="1"/>
          </p:cNvSpPr>
          <p:nvPr/>
        </p:nvSpPr>
        <p:spPr bwMode="auto">
          <a:xfrm>
            <a:off x="468313" y="1270000"/>
            <a:ext cx="6840537"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：在品号通用信息中，设定与</a:t>
            </a: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相关的信息</a:t>
            </a:r>
            <a:endParaRPr lang="zh-CN" altLang="en-US" sz="2000" dirty="0">
              <a:latin typeface="微软雅黑" pitchFamily="34" charset="-122"/>
              <a:ea typeface="微软雅黑" pitchFamily="34" charset="-122"/>
            </a:endParaRPr>
          </a:p>
        </p:txBody>
      </p:sp>
      <p:sp>
        <p:nvSpPr>
          <p:cNvPr id="8" name="TextBox 7"/>
          <p:cNvSpPr txBox="1"/>
          <p:nvPr/>
        </p:nvSpPr>
        <p:spPr>
          <a:xfrm>
            <a:off x="71755" y="1627505"/>
            <a:ext cx="8975725" cy="1325880"/>
          </a:xfrm>
          <a:prstGeom prst="rect">
            <a:avLst/>
          </a:prstGeom>
          <a:noFill/>
        </p:spPr>
        <p:txBody>
          <a:bodyPr wrap="square">
            <a:spAutoFit/>
          </a:bodyPr>
          <a:lstStyle/>
          <a:p>
            <a:pPr marL="285750" indent="-285750" eaLnBrk="1" latinLnBrk="0" hangingPunct="1">
              <a:lnSpc>
                <a:spcPct val="150000"/>
              </a:lnSpc>
              <a:buFont typeface="Wingdings" charset="0"/>
              <a:buChar char="n"/>
              <a:defRPr/>
            </a:pPr>
            <a:r>
              <a:rPr lang="zh-CN" altLang="en-US" sz="1800" dirty="0" smtClean="0">
                <a:latin typeface="微软雅黑" pitchFamily="34" charset="-122"/>
                <a:ea typeface="微软雅黑" pitchFamily="34" charset="-122"/>
              </a:rPr>
              <a:t>特征码产生模式来源于“品号群组”中的设定（事先定义</a:t>
            </a:r>
            <a:r>
              <a:rPr lang="en-US" altLang="zh-CN" sz="1800" dirty="0" smtClean="0">
                <a:latin typeface="微软雅黑" pitchFamily="34" charset="-122"/>
                <a:ea typeface="微软雅黑" pitchFamily="34" charset="-122"/>
              </a:rPr>
              <a:t>/CTO</a:t>
            </a:r>
            <a:r>
              <a:rPr lang="zh-CN" altLang="en-US" sz="1800" dirty="0" smtClean="0">
                <a:latin typeface="微软雅黑" pitchFamily="34" charset="-122"/>
                <a:ea typeface="微软雅黑" pitchFamily="34" charset="-122"/>
              </a:rPr>
              <a:t>配置产生），影响到</a:t>
            </a:r>
            <a:r>
              <a:rPr lang="en-US" altLang="zh-CN" sz="1800" dirty="0" smtClean="0">
                <a:latin typeface="微软雅黑" pitchFamily="34" charset="-122"/>
                <a:ea typeface="微软雅黑" pitchFamily="34" charset="-122"/>
              </a:rPr>
              <a:t>BOM</a:t>
            </a:r>
            <a:r>
              <a:rPr lang="zh-CN" altLang="en-US" sz="1800" dirty="0" smtClean="0">
                <a:latin typeface="微软雅黑" pitchFamily="34" charset="-122"/>
                <a:ea typeface="微软雅黑" pitchFamily="34" charset="-122"/>
              </a:rPr>
              <a:t>单身可选择的元件类型</a:t>
            </a:r>
            <a:endParaRPr lang="zh-CN" altLang="en-US" sz="1800" dirty="0" smtClean="0">
              <a:latin typeface="微软雅黑" pitchFamily="34" charset="-122"/>
              <a:ea typeface="微软雅黑" pitchFamily="34" charset="-122"/>
            </a:endParaRPr>
          </a:p>
          <a:p>
            <a:pPr marL="285750" indent="-285750" eaLnBrk="1" latinLnBrk="0" hangingPunct="1">
              <a:lnSpc>
                <a:spcPct val="150000"/>
              </a:lnSpc>
              <a:buFont typeface="Wingdings" charset="0"/>
              <a:buChar char="n"/>
              <a:defRPr/>
            </a:pPr>
            <a:r>
              <a:rPr lang="zh-CN" altLang="en-US" sz="1800" dirty="0" smtClean="0">
                <a:latin typeface="微软雅黑" pitchFamily="34" charset="-122"/>
                <a:ea typeface="微软雅黑" pitchFamily="34" charset="-122"/>
              </a:rPr>
              <a:t>多产出表示品号是否有联副产品、回收料的产出信息，需要在</a:t>
            </a:r>
            <a:r>
              <a:rPr lang="en-US" altLang="zh-CN" sz="1800" dirty="0" smtClean="0">
                <a:latin typeface="微软雅黑" pitchFamily="34" charset="-122"/>
                <a:ea typeface="微软雅黑" pitchFamily="34" charset="-122"/>
              </a:rPr>
              <a:t>BOM</a:t>
            </a:r>
            <a:r>
              <a:rPr lang="zh-CN" altLang="en-US" sz="1800" dirty="0" smtClean="0">
                <a:latin typeface="微软雅黑" pitchFamily="34" charset="-122"/>
                <a:ea typeface="微软雅黑" pitchFamily="34" charset="-122"/>
              </a:rPr>
              <a:t>中维护</a:t>
            </a:r>
            <a:endParaRPr lang="zh-CN" altLang="en-US" sz="1800" dirty="0" smtClean="0">
              <a:latin typeface="微软雅黑" pitchFamily="34" charset="-122"/>
              <a:ea typeface="微软雅黑" pitchFamily="34" charset="-122"/>
            </a:endParaRPr>
          </a:p>
        </p:txBody>
      </p:sp>
      <p:pic>
        <p:nvPicPr>
          <p:cNvPr id="3" name="图片 2"/>
          <p:cNvPicPr>
            <a:picLocks noChangeAspect="1"/>
          </p:cNvPicPr>
          <p:nvPr/>
        </p:nvPicPr>
        <p:blipFill>
          <a:blip r:embed="rId1"/>
          <a:stretch>
            <a:fillRect/>
          </a:stretch>
        </p:blipFill>
        <p:spPr>
          <a:xfrm>
            <a:off x="971550" y="2924810"/>
            <a:ext cx="7261782" cy="388800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1908175" y="665163"/>
            <a:ext cx="7235825" cy="646112"/>
          </a:xfrm>
          <a:prstGeom prst="rect">
            <a:avLst/>
          </a:prstGeom>
          <a:noFill/>
        </p:spPr>
        <p:txBody>
          <a:bodyPr>
            <a:spAutoFit/>
          </a:bodyPr>
          <a:lstStyle/>
          <a:p>
            <a:pPr>
              <a:defRPr/>
            </a:pPr>
            <a:r>
              <a:rPr lang="zh-TW" altLang="en-US" sz="3600" dirty="0">
                <a:solidFill>
                  <a:schemeClr val="bg1"/>
                </a:solidFill>
                <a:effectLst>
                  <a:outerShdw blurRad="38100" dist="38100" dir="2700000" algn="tl">
                    <a:srgbClr val="C0C0C0"/>
                  </a:outerShdw>
                </a:effectLst>
                <a:latin typeface="Microsoft JhengHei" pitchFamily="34" charset="-120"/>
                <a:ea typeface="Microsoft JhengHei" pitchFamily="34" charset="-120"/>
              </a:rPr>
              <a:t>内容大纲</a:t>
            </a:r>
            <a:endParaRPr lang="zh-TW" altLang="zh-TW" sz="3600" dirty="0">
              <a:solidFill>
                <a:schemeClr val="bg1"/>
              </a:solidFill>
              <a:effectLst>
                <a:outerShdw blurRad="38100" dist="38100" dir="2700000" algn="tl">
                  <a:srgbClr val="C0C0C0"/>
                </a:outerShdw>
              </a:effectLst>
              <a:latin typeface="Microsoft JhengHei" pitchFamily="34" charset="-120"/>
              <a:ea typeface="Microsoft JhengHei" pitchFamily="34" charset="-120"/>
            </a:endParaRPr>
          </a:p>
        </p:txBody>
      </p:sp>
      <p:sp>
        <p:nvSpPr>
          <p:cNvPr id="8" name="矩形 7"/>
          <p:cNvSpPr/>
          <p:nvPr/>
        </p:nvSpPr>
        <p:spPr>
          <a:xfrm>
            <a:off x="539750" y="1773238"/>
            <a:ext cx="8135938" cy="4751387"/>
          </a:xfrm>
          <a:prstGeom prst="rect">
            <a:avLst/>
          </a:prstGeom>
          <a:noFill/>
          <a:ln>
            <a:solidFill>
              <a:srgbClr val="CE342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solidFill>
                <a:srgbClr val="FFFFFF"/>
              </a:solidFill>
            </a:endParaRPr>
          </a:p>
        </p:txBody>
      </p:sp>
      <p:pic>
        <p:nvPicPr>
          <p:cNvPr id="53252" name="圖片 8" descr="數字價值_P.png"/>
          <p:cNvPicPr>
            <a:picLocks noChangeAspect="1"/>
          </p:cNvPicPr>
          <p:nvPr/>
        </p:nvPicPr>
        <p:blipFill>
          <a:blip r:embed="rId1"/>
          <a:srcRect/>
          <a:stretch>
            <a:fillRect/>
          </a:stretch>
        </p:blipFill>
        <p:spPr bwMode="auto">
          <a:xfrm>
            <a:off x="4787900" y="4652963"/>
            <a:ext cx="3268663" cy="720725"/>
          </a:xfrm>
          <a:prstGeom prst="rect">
            <a:avLst/>
          </a:prstGeom>
          <a:noFill/>
          <a:ln w="9525">
            <a:noFill/>
            <a:miter lim="800000"/>
            <a:headEnd/>
            <a:tailEnd/>
          </a:ln>
        </p:spPr>
      </p:pic>
      <p:sp>
        <p:nvSpPr>
          <p:cNvPr id="9" name="矩形 8"/>
          <p:cNvSpPr/>
          <p:nvPr/>
        </p:nvSpPr>
        <p:spPr>
          <a:xfrm>
            <a:off x="1071563" y="1928813"/>
            <a:ext cx="6215062" cy="3108325"/>
          </a:xfrm>
          <a:prstGeom prst="rect">
            <a:avLst/>
          </a:prstGeom>
        </p:spPr>
        <p:txBody>
          <a:bodyPr>
            <a:spAutoFit/>
          </a:bodyPr>
          <a:lstStyle/>
          <a:p>
            <a:pPr lvl="1">
              <a:buFont typeface="Wingdings" pitchFamily="2" charset="2"/>
              <a:buChar char="n"/>
              <a:defRPr/>
            </a:pPr>
            <a:r>
              <a:rPr lang="zh-CN" altLang="en-US" sz="2800" dirty="0">
                <a:solidFill>
                  <a:srgbClr val="0D0D0D"/>
                </a:solidFill>
                <a:latin typeface="黑体" pitchFamily="2" charset="-122"/>
                <a:ea typeface="黑体" pitchFamily="2" charset="-122"/>
              </a:rPr>
              <a:t>系统概述</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系统主</a:t>
            </a:r>
            <a:r>
              <a:rPr lang="zh-TW" altLang="en-US" sz="2800" dirty="0">
                <a:solidFill>
                  <a:srgbClr val="0D0D0D"/>
                </a:solidFill>
                <a:latin typeface="黑体" pitchFamily="2" charset="-122"/>
                <a:ea typeface="黑体" pitchFamily="2" charset="-122"/>
              </a:rPr>
              <a:t>作业</a:t>
            </a:r>
            <a:r>
              <a:rPr lang="zh-CN" altLang="en-US" sz="2800" dirty="0">
                <a:solidFill>
                  <a:srgbClr val="0D0D0D"/>
                </a:solidFill>
                <a:latin typeface="黑体" pitchFamily="2" charset="-122"/>
                <a:ea typeface="黑体" pitchFamily="2" charset="-122"/>
              </a:rPr>
              <a:t>流程说明</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基础资料准备</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smtClean="0">
                <a:solidFill>
                  <a:schemeClr val="tx2">
                    <a:lumMod val="60000"/>
                    <a:lumOff val="40000"/>
                  </a:schemeClr>
                </a:solidFill>
                <a:latin typeface="黑体" pitchFamily="2" charset="-122"/>
                <a:ea typeface="黑体" pitchFamily="2" charset="-122"/>
              </a:rPr>
              <a:t>日常作业操作</a:t>
            </a:r>
            <a:endParaRPr lang="en-US" altLang="zh-CN" sz="2800" dirty="0">
              <a:solidFill>
                <a:schemeClr val="tx2">
                  <a:lumMod val="60000"/>
                  <a:lumOff val="40000"/>
                </a:schemeClr>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管理报表应用说明</a:t>
            </a:r>
            <a:endParaRPr lang="zh-CN" altLang="en-US"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期初开账资料准备说明</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实例操作讲解</a:t>
            </a:r>
            <a:endParaRPr lang="zh-CN" altLang="en-US" sz="2800" dirty="0">
              <a:solidFill>
                <a:srgbClr val="0D0D0D"/>
              </a:solidFill>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51" name="投影片編號版面配置區 2"/>
          <p:cNvSpPr txBox="1"/>
          <p:nvPr/>
        </p:nvSpPr>
        <p:spPr bwMode="auto">
          <a:xfrm>
            <a:off x="8550275" y="6383338"/>
            <a:ext cx="719138" cy="476250"/>
          </a:xfrm>
          <a:prstGeom prst="rect">
            <a:avLst/>
          </a:prstGeom>
          <a:noFill/>
          <a:ln w="9525">
            <a:noFill/>
            <a:miter lim="800000"/>
          </a:ln>
        </p:spPr>
        <p:txBody>
          <a:bodyPr/>
          <a:lstStyle/>
          <a:p>
            <a:fld id="{CDF54637-8CB6-4E15-BEF9-8CD00CC9C70F}" type="slidenum">
              <a:rPr lang="en-US" altLang="zh-TW"/>
            </a:fld>
            <a:endParaRPr lang="en-US" altLang="zh-TW"/>
          </a:p>
        </p:txBody>
      </p:sp>
      <p:sp>
        <p:nvSpPr>
          <p:cNvPr id="25" name="Rectangle 88"/>
          <p:cNvSpPr>
            <a:spLocks noChangeArrowheads="1"/>
          </p:cNvSpPr>
          <p:nvPr/>
        </p:nvSpPr>
        <p:spPr bwMode="auto">
          <a:xfrm>
            <a:off x="2627784" y="3068960"/>
            <a:ext cx="1656184" cy="503953"/>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CN" altLang="en-US" sz="1400" smtClean="0">
                <a:latin typeface="SimSun" pitchFamily="2" charset="-122"/>
                <a:ea typeface="SimSun" pitchFamily="2" charset="-122"/>
              </a:rPr>
              <a:t>预备品号维护</a:t>
            </a:r>
            <a:endParaRPr lang="zh-TW" altLang="en-US" sz="1400" dirty="0">
              <a:latin typeface="SimSun" pitchFamily="2" charset="-122"/>
              <a:ea typeface="SimSun" pitchFamily="2" charset="-122"/>
            </a:endParaRPr>
          </a:p>
        </p:txBody>
      </p:sp>
      <p:sp>
        <p:nvSpPr>
          <p:cNvPr id="26" name="Rectangle 88"/>
          <p:cNvSpPr>
            <a:spLocks noChangeArrowheads="1"/>
          </p:cNvSpPr>
          <p:nvPr/>
        </p:nvSpPr>
        <p:spPr bwMode="auto">
          <a:xfrm>
            <a:off x="2627784" y="2276872"/>
            <a:ext cx="1656184" cy="503235"/>
          </a:xfrm>
          <a:prstGeom prst="roundRect">
            <a:avLst/>
          </a:prstGeom>
          <a:ln>
            <a:solidFill>
              <a:schemeClr val="tx2">
                <a:lumMod val="75000"/>
              </a:schemeClr>
            </a:solidFill>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marL="342900" indent="-342900" algn="ctr">
              <a:defRPr/>
            </a:pPr>
            <a:r>
              <a:rPr lang="zh-CN" altLang="en-US" sz="1400" smtClean="0">
                <a:latin typeface="SimSun" pitchFamily="2" charset="-122"/>
                <a:ea typeface="SimSun" pitchFamily="2" charset="-122"/>
              </a:rPr>
              <a:t>工程品号维护</a:t>
            </a:r>
            <a:endParaRPr lang="zh-TW" altLang="en-US" sz="1400" dirty="0">
              <a:latin typeface="SimSun" pitchFamily="2" charset="-122"/>
              <a:ea typeface="SimSun" pitchFamily="2" charset="-122"/>
            </a:endParaRPr>
          </a:p>
        </p:txBody>
      </p:sp>
      <p:sp>
        <p:nvSpPr>
          <p:cNvPr id="28" name="AutoShape 72"/>
          <p:cNvSpPr>
            <a:spLocks noChangeArrowheads="1"/>
          </p:cNvSpPr>
          <p:nvPr/>
        </p:nvSpPr>
        <p:spPr bwMode="auto">
          <a:xfrm>
            <a:off x="3707904" y="4293096"/>
            <a:ext cx="1361294" cy="440960"/>
          </a:xfrm>
          <a:prstGeom prst="flowChartDocument">
            <a:avLst/>
          </a:prstGeom>
          <a:ln>
            <a:tailEnd type="none" w="sm" len="med"/>
          </a:ln>
        </p:spPr>
        <p:style>
          <a:lnRef idx="1">
            <a:schemeClr val="accent3"/>
          </a:lnRef>
          <a:fillRef idx="3">
            <a:schemeClr val="accent3"/>
          </a:fillRef>
          <a:effectRef idx="2">
            <a:schemeClr val="accent3"/>
          </a:effectRef>
          <a:fontRef idx="minor">
            <a:schemeClr val="lt1"/>
          </a:fontRef>
        </p:style>
        <p:txBody>
          <a:bodyPr/>
          <a:lstStyle/>
          <a:p>
            <a:pPr algn="ctr">
              <a:defRPr/>
            </a:pPr>
            <a:r>
              <a:rPr lang="zh-TW" altLang="en-US" sz="1400" dirty="0" smtClean="0"/>
              <a:t>预备</a:t>
            </a:r>
            <a:r>
              <a:rPr lang="en-US" altLang="zh-TW" sz="1400" dirty="0" smtClean="0"/>
              <a:t>BOM</a:t>
            </a:r>
            <a:r>
              <a:rPr lang="zh-TW" altLang="en-US" sz="1400" dirty="0" smtClean="0"/>
              <a:t>检查表</a:t>
            </a:r>
            <a:endParaRPr lang="zh-TW" altLang="en-US" sz="1400" dirty="0"/>
          </a:p>
        </p:txBody>
      </p:sp>
      <p:sp>
        <p:nvSpPr>
          <p:cNvPr id="29" name="Rectangle 88"/>
          <p:cNvSpPr>
            <a:spLocks noChangeArrowheads="1"/>
          </p:cNvSpPr>
          <p:nvPr/>
        </p:nvSpPr>
        <p:spPr bwMode="auto">
          <a:xfrm>
            <a:off x="2627784" y="3861048"/>
            <a:ext cx="1656184" cy="503953"/>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CN" altLang="en-US" sz="1400" smtClean="0">
                <a:latin typeface="SimSun" pitchFamily="2" charset="-122"/>
                <a:ea typeface="SimSun" pitchFamily="2" charset="-122"/>
              </a:rPr>
              <a:t>预备品号检查</a:t>
            </a:r>
            <a:endParaRPr lang="zh-TW" altLang="en-US" sz="1400" dirty="0">
              <a:latin typeface="SimSun" pitchFamily="2" charset="-122"/>
              <a:ea typeface="SimSun" pitchFamily="2" charset="-122"/>
            </a:endParaRPr>
          </a:p>
        </p:txBody>
      </p:sp>
      <p:sp>
        <p:nvSpPr>
          <p:cNvPr id="30" name="Rectangle 88"/>
          <p:cNvSpPr>
            <a:spLocks noChangeArrowheads="1"/>
          </p:cNvSpPr>
          <p:nvPr/>
        </p:nvSpPr>
        <p:spPr bwMode="auto">
          <a:xfrm>
            <a:off x="2627784" y="4869160"/>
            <a:ext cx="1656184" cy="503953"/>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CN" altLang="en-US" sz="1400" dirty="0" smtClean="0">
                <a:latin typeface="SimSun" pitchFamily="2" charset="-122"/>
                <a:ea typeface="SimSun" pitchFamily="2" charset="-122"/>
              </a:rPr>
              <a:t>生成正式品号</a:t>
            </a:r>
            <a:endParaRPr lang="zh-TW" altLang="en-US" sz="1400" dirty="0">
              <a:latin typeface="SimSun" pitchFamily="2" charset="-122"/>
              <a:ea typeface="SimSun" pitchFamily="2" charset="-122"/>
            </a:endParaRPr>
          </a:p>
        </p:txBody>
      </p:sp>
      <p:cxnSp>
        <p:nvCxnSpPr>
          <p:cNvPr id="32" name="直線單箭頭接點 31"/>
          <p:cNvCxnSpPr>
            <a:stCxn id="26" idx="2"/>
            <a:endCxn id="25" idx="0"/>
          </p:cNvCxnSpPr>
          <p:nvPr/>
        </p:nvCxnSpPr>
        <p:spPr>
          <a:xfrm rot="5400000">
            <a:off x="3311450" y="2924533"/>
            <a:ext cx="288853" cy="1588"/>
          </a:xfrm>
          <a:prstGeom prst="straightConnector1">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a:stCxn id="25" idx="2"/>
            <a:endCxn id="29" idx="0"/>
          </p:cNvCxnSpPr>
          <p:nvPr/>
        </p:nvCxnSpPr>
        <p:spPr>
          <a:xfrm rot="5400000">
            <a:off x="3311809" y="3716980"/>
            <a:ext cx="288135" cy="1588"/>
          </a:xfrm>
          <a:prstGeom prst="straightConnector1">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a:stCxn id="29" idx="2"/>
            <a:endCxn id="30" idx="0"/>
          </p:cNvCxnSpPr>
          <p:nvPr/>
        </p:nvCxnSpPr>
        <p:spPr>
          <a:xfrm rot="5400000">
            <a:off x="3203797" y="4617080"/>
            <a:ext cx="504159" cy="1588"/>
          </a:xfrm>
          <a:prstGeom prst="straightConnector1">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sp>
        <p:nvSpPr>
          <p:cNvPr id="73" name="六邊形 72"/>
          <p:cNvSpPr/>
          <p:nvPr/>
        </p:nvSpPr>
        <p:spPr>
          <a:xfrm>
            <a:off x="2843808" y="1556792"/>
            <a:ext cx="1224136" cy="432048"/>
          </a:xfrm>
          <a:prstGeom prst="hexagon">
            <a:avLst/>
          </a:prstGeom>
          <a:ln>
            <a:solidFill>
              <a:schemeClr val="tx2">
                <a:lumMod val="75000"/>
              </a:schemeClr>
            </a:solidFill>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TW" altLang="en-US" sz="1400" smtClean="0">
                <a:solidFill>
                  <a:schemeClr val="tx1"/>
                </a:solidFill>
                <a:latin typeface="SimSun" pitchFamily="2" charset="-122"/>
                <a:ea typeface="SimSun" pitchFamily="2" charset="-122"/>
              </a:rPr>
              <a:t>开始</a:t>
            </a:r>
            <a:endParaRPr lang="zh-TW" altLang="en-US" sz="1400" dirty="0" smtClean="0">
              <a:solidFill>
                <a:schemeClr val="tx1"/>
              </a:solidFill>
              <a:latin typeface="SimSun" pitchFamily="2" charset="-122"/>
              <a:ea typeface="SimSun" pitchFamily="2" charset="-122"/>
            </a:endParaRPr>
          </a:p>
        </p:txBody>
      </p:sp>
      <p:cxnSp>
        <p:nvCxnSpPr>
          <p:cNvPr id="107" name="直線單箭頭接點 106"/>
          <p:cNvCxnSpPr/>
          <p:nvPr/>
        </p:nvCxnSpPr>
        <p:spPr>
          <a:xfrm rot="5400000">
            <a:off x="3348247" y="2132473"/>
            <a:ext cx="288853" cy="1588"/>
          </a:xfrm>
          <a:prstGeom prst="straightConnector1">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sp>
        <p:nvSpPr>
          <p:cNvPr id="20"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工程品号流程</a:t>
            </a:r>
            <a:endParaRPr lang="zh-TW" altLang="en-US" sz="3600" b="1" dirty="0">
              <a:latin typeface="Microsoft JhengHei" pitchFamily="34" charset="-120"/>
              <a:ea typeface="Microsoft JhengHei" pitchFamily="34" charset="-12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755650" y="2204720"/>
            <a:ext cx="7334072" cy="4572000"/>
          </a:xfrm>
          <a:prstGeom prst="rect">
            <a:avLst/>
          </a:prstGeom>
        </p:spPr>
      </p:pic>
      <p:sp>
        <p:nvSpPr>
          <p:cNvPr id="56323" name="TextBox 3"/>
          <p:cNvSpPr txBox="1">
            <a:spLocks noChangeArrowheads="1"/>
          </p:cNvSpPr>
          <p:nvPr/>
        </p:nvSpPr>
        <p:spPr bwMode="auto">
          <a:xfrm>
            <a:off x="468313" y="1341438"/>
            <a:ext cx="8424862"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：为研发状态的产品建立工程品号信息</a:t>
            </a:r>
            <a:endParaRPr lang="zh-CN" altLang="en-US" sz="2000" dirty="0">
              <a:latin typeface="微软雅黑" pitchFamily="34" charset="-122"/>
              <a:ea typeface="微软雅黑" pitchFamily="34" charset="-122"/>
            </a:endParaRPr>
          </a:p>
        </p:txBody>
      </p:sp>
      <p:sp>
        <p:nvSpPr>
          <p:cNvPr id="5" name="TextBox 4"/>
          <p:cNvSpPr txBox="1"/>
          <p:nvPr/>
        </p:nvSpPr>
        <p:spPr>
          <a:xfrm>
            <a:off x="142875" y="1784350"/>
            <a:ext cx="8284210" cy="384810"/>
          </a:xfrm>
          <a:prstGeom prst="rect">
            <a:avLst/>
          </a:prstGeom>
          <a:noFill/>
        </p:spPr>
        <p:txBody>
          <a:bodyPr wrap="square">
            <a:spAutoFit/>
          </a:bodyPr>
          <a:lstStyle/>
          <a:p>
            <a:pPr marL="360045" lvl="1" indent="-285750">
              <a:spcBef>
                <a:spcPts val="0"/>
              </a:spcBef>
              <a:buFont typeface="Wingdings" pitchFamily="2" charset="2"/>
              <a:buChar char="n"/>
              <a:defRPr/>
            </a:pPr>
            <a:r>
              <a:rPr lang="zh-CN" altLang="en-US" sz="1800" dirty="0" smtClean="0">
                <a:solidFill>
                  <a:srgbClr val="0D0D0D"/>
                </a:solidFill>
                <a:latin typeface="微软雅黑" charset="0"/>
                <a:ea typeface="微软雅黑" charset="0"/>
              </a:rPr>
              <a:t>企业新研发的产品在投入量产之前，需要建立工程品号用于研发资料管理</a:t>
            </a:r>
            <a:endParaRPr lang="zh-CN" altLang="en-US" sz="1800" dirty="0" smtClean="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维护工程品号</a:t>
            </a:r>
            <a:endParaRPr lang="zh-TW" altLang="en-US" sz="3600" b="1" dirty="0">
              <a:latin typeface="Microsoft JhengHei" pitchFamily="34" charset="-120"/>
              <a:ea typeface="Microsoft JhengHei" pitchFamily="34" charset="-120"/>
            </a:endParaRPr>
          </a:p>
        </p:txBody>
      </p:sp>
      <p:sp>
        <p:nvSpPr>
          <p:cNvPr id="8" name="圆角矩形标注 9"/>
          <p:cNvSpPr/>
          <p:nvPr/>
        </p:nvSpPr>
        <p:spPr>
          <a:xfrm>
            <a:off x="4211974" y="3933499"/>
            <a:ext cx="1656184" cy="792088"/>
          </a:xfrm>
          <a:prstGeom prst="wedgeRoundRectCallout">
            <a:avLst>
              <a:gd name="adj1" fmla="val -29028"/>
              <a:gd name="adj2" fmla="val -115135"/>
              <a:gd name="adj3" fmla="val 16667"/>
            </a:avLst>
          </a:prstGeom>
        </p:spPr>
        <p:style>
          <a:lnRef idx="1">
            <a:schemeClr val="accent6"/>
          </a:lnRef>
          <a:fillRef idx="2">
            <a:schemeClr val="accent6"/>
          </a:fillRef>
          <a:effectRef idx="1">
            <a:schemeClr val="accent6"/>
          </a:effectRef>
          <a:fontRef idx="minor">
            <a:schemeClr val="dk1"/>
          </a:fontRef>
        </p:style>
        <p:txBody>
          <a:bodyPr anchor="ctr"/>
          <a:lstStyle/>
          <a:p>
            <a:pPr>
              <a:defRPr/>
            </a:pPr>
            <a:r>
              <a:rPr lang="en-US" altLang="zh-CN" sz="1400" dirty="0" smtClean="0">
                <a:solidFill>
                  <a:srgbClr val="0000CC"/>
                </a:solidFill>
              </a:rPr>
              <a:t>1.</a:t>
            </a:r>
            <a:r>
              <a:rPr lang="zh-TW" altLang="en-US" sz="1400" dirty="0" smtClean="0">
                <a:solidFill>
                  <a:srgbClr val="0000CC"/>
                </a:solidFill>
              </a:rPr>
              <a:t>新建</a:t>
            </a:r>
            <a:r>
              <a:rPr lang="en-US" altLang="zh-TW" sz="1400" dirty="0" smtClean="0">
                <a:solidFill>
                  <a:srgbClr val="0000CC"/>
                </a:solidFill>
              </a:rPr>
              <a:t>(</a:t>
            </a:r>
            <a:r>
              <a:rPr lang="zh-TW" altLang="en-US" sz="1400" dirty="0" smtClean="0">
                <a:solidFill>
                  <a:srgbClr val="0000CC"/>
                </a:solidFill>
              </a:rPr>
              <a:t>研发</a:t>
            </a:r>
            <a:r>
              <a:rPr lang="en-US" altLang="zh-TW" sz="1400" dirty="0" smtClean="0">
                <a:solidFill>
                  <a:srgbClr val="0000CC"/>
                </a:solidFill>
              </a:rPr>
              <a:t>)</a:t>
            </a:r>
            <a:endParaRPr lang="en-US" altLang="zh-TW" sz="1400" dirty="0" smtClean="0">
              <a:solidFill>
                <a:srgbClr val="0000CC"/>
              </a:solidFill>
            </a:endParaRPr>
          </a:p>
          <a:p>
            <a:pPr>
              <a:defRPr/>
            </a:pPr>
            <a:r>
              <a:rPr lang="en-US" altLang="zh-TW" sz="1400" dirty="0" smtClean="0">
                <a:solidFill>
                  <a:srgbClr val="0000CC"/>
                </a:solidFill>
              </a:rPr>
              <a:t>2.</a:t>
            </a:r>
            <a:r>
              <a:rPr lang="zh-TW" altLang="en-US" sz="1400" dirty="0" smtClean="0">
                <a:solidFill>
                  <a:srgbClr val="0000CC"/>
                </a:solidFill>
              </a:rPr>
              <a:t>发行</a:t>
            </a:r>
            <a:r>
              <a:rPr lang="en-US" altLang="zh-TW" sz="1400" dirty="0" smtClean="0">
                <a:solidFill>
                  <a:srgbClr val="0000CC"/>
                </a:solidFill>
              </a:rPr>
              <a:t>(</a:t>
            </a:r>
            <a:r>
              <a:rPr lang="zh-TW" altLang="en-US" sz="1400" dirty="0" smtClean="0">
                <a:solidFill>
                  <a:srgbClr val="0000CC"/>
                </a:solidFill>
              </a:rPr>
              <a:t>生产</a:t>
            </a:r>
            <a:r>
              <a:rPr lang="en-US" altLang="zh-TW" sz="1400" dirty="0" smtClean="0">
                <a:solidFill>
                  <a:srgbClr val="0000CC"/>
                </a:solidFill>
              </a:rPr>
              <a:t>)</a:t>
            </a:r>
            <a:endParaRPr lang="en-US" altLang="zh-TW" sz="1400" dirty="0" smtClean="0">
              <a:solidFill>
                <a:srgbClr val="0000CC"/>
              </a:solidFill>
            </a:endParaRPr>
          </a:p>
          <a:p>
            <a:pPr>
              <a:defRPr/>
            </a:pPr>
            <a:r>
              <a:rPr lang="en-US" altLang="zh-TW" sz="1400" dirty="0" smtClean="0">
                <a:solidFill>
                  <a:srgbClr val="0000CC"/>
                </a:solidFill>
              </a:rPr>
              <a:t>3.</a:t>
            </a:r>
            <a:r>
              <a:rPr lang="zh-TW" altLang="en-US" sz="1400" dirty="0" smtClean="0">
                <a:solidFill>
                  <a:srgbClr val="0000CC"/>
                </a:solidFill>
              </a:rPr>
              <a:t>终止</a:t>
            </a:r>
            <a:r>
              <a:rPr lang="en-US" altLang="zh-TW" sz="1400" dirty="0" smtClean="0">
                <a:solidFill>
                  <a:srgbClr val="0000CC"/>
                </a:solidFill>
              </a:rPr>
              <a:t>(</a:t>
            </a:r>
            <a:r>
              <a:rPr lang="zh-TW" altLang="en-US" sz="1400" dirty="0" smtClean="0">
                <a:solidFill>
                  <a:srgbClr val="0000CC"/>
                </a:solidFill>
              </a:rPr>
              <a:t>停产</a:t>
            </a:r>
            <a:r>
              <a:rPr lang="en-US" altLang="zh-TW" sz="1400" dirty="0" smtClean="0">
                <a:solidFill>
                  <a:srgbClr val="0000CC"/>
                </a:solidFill>
              </a:rPr>
              <a:t>/</a:t>
            </a:r>
            <a:r>
              <a:rPr lang="zh-TW" altLang="en-US" sz="1400" dirty="0" smtClean="0">
                <a:solidFill>
                  <a:srgbClr val="0000CC"/>
                </a:solidFill>
              </a:rPr>
              <a:t>停用</a:t>
            </a:r>
            <a:r>
              <a:rPr lang="en-US" altLang="zh-TW" sz="1400" dirty="0" smtClean="0">
                <a:solidFill>
                  <a:srgbClr val="0000CC"/>
                </a:solidFill>
              </a:rPr>
              <a:t>)</a:t>
            </a:r>
            <a:endParaRPr lang="zh-CN" altLang="en-US" sz="1400" dirty="0">
              <a:solidFill>
                <a:srgbClr val="0000CC"/>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827405" y="2853055"/>
            <a:ext cx="7609840" cy="3790315"/>
          </a:xfrm>
          <a:prstGeom prst="rect">
            <a:avLst/>
          </a:prstGeom>
        </p:spPr>
      </p:pic>
      <p:sp>
        <p:nvSpPr>
          <p:cNvPr id="56323" name="TextBox 3"/>
          <p:cNvSpPr txBox="1">
            <a:spLocks noChangeArrowheads="1"/>
          </p:cNvSpPr>
          <p:nvPr/>
        </p:nvSpPr>
        <p:spPr bwMode="auto">
          <a:xfrm>
            <a:off x="428596" y="1285860"/>
            <a:ext cx="8424862" cy="707886"/>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：预先计划将工程品号转成正式品号信息，对工程品号设定新的正式品号</a:t>
            </a:r>
            <a:endParaRPr lang="zh-CN" altLang="en-US" sz="2000" dirty="0">
              <a:latin typeface="微软雅黑" pitchFamily="34" charset="-122"/>
              <a:ea typeface="微软雅黑" pitchFamily="34" charset="-122"/>
            </a:endParaRPr>
          </a:p>
        </p:txBody>
      </p:sp>
      <p:sp>
        <p:nvSpPr>
          <p:cNvPr id="5" name="TextBox 4"/>
          <p:cNvSpPr txBox="1"/>
          <p:nvPr/>
        </p:nvSpPr>
        <p:spPr>
          <a:xfrm>
            <a:off x="142875" y="2071370"/>
            <a:ext cx="8800465" cy="659130"/>
          </a:xfrm>
          <a:prstGeom prst="rect">
            <a:avLst/>
          </a:prstGeom>
          <a:noFill/>
        </p:spPr>
        <p:txBody>
          <a:bodyPr wrap="square">
            <a:spAutoFit/>
          </a:bodyPr>
          <a:lstStyle/>
          <a:p>
            <a:pPr marL="360045" lvl="1" indent="-285750">
              <a:spcBef>
                <a:spcPts val="0"/>
              </a:spcBef>
              <a:buFont typeface="Wingdings" pitchFamily="2" charset="2"/>
              <a:buChar char="n"/>
              <a:defRPr/>
            </a:pPr>
            <a:r>
              <a:rPr lang="zh-CN" altLang="en-US" sz="1800" dirty="0" smtClean="0">
                <a:solidFill>
                  <a:srgbClr val="0D0D0D"/>
                </a:solidFill>
                <a:latin typeface="微软雅黑" charset="0"/>
                <a:ea typeface="微软雅黑" charset="0"/>
              </a:rPr>
              <a:t>此作业必须通过点击“维护工程品号”的工具栏按钮“维护预备品号信息”才可以运行</a:t>
            </a:r>
            <a:endParaRPr lang="zh-CN" altLang="en-US" sz="1800" dirty="0" smtClean="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维护预备品号信息</a:t>
            </a:r>
            <a:endParaRPr lang="zh-TW" altLang="en-US" sz="3600" b="1" dirty="0">
              <a:latin typeface="Microsoft JhengHei" pitchFamily="34" charset="-120"/>
              <a:ea typeface="Microsoft JhengHei" pitchFamily="34" charset="-120"/>
            </a:endParaRPr>
          </a:p>
        </p:txBody>
      </p:sp>
      <p:sp>
        <p:nvSpPr>
          <p:cNvPr id="8" name="圆角矩形标注 9"/>
          <p:cNvSpPr/>
          <p:nvPr/>
        </p:nvSpPr>
        <p:spPr>
          <a:xfrm>
            <a:off x="2915611" y="4725024"/>
            <a:ext cx="1656184" cy="792088"/>
          </a:xfrm>
          <a:prstGeom prst="wedgeRoundRectCallout">
            <a:avLst>
              <a:gd name="adj1" fmla="val -83184"/>
              <a:gd name="adj2" fmla="val -68036"/>
              <a:gd name="adj3" fmla="val 16667"/>
            </a:avLst>
          </a:prstGeom>
        </p:spPr>
        <p:style>
          <a:lnRef idx="1">
            <a:schemeClr val="accent6"/>
          </a:lnRef>
          <a:fillRef idx="2">
            <a:schemeClr val="accent6"/>
          </a:fillRef>
          <a:effectRef idx="1">
            <a:schemeClr val="accent6"/>
          </a:effectRef>
          <a:fontRef idx="minor">
            <a:schemeClr val="dk1"/>
          </a:fontRef>
        </p:style>
        <p:txBody>
          <a:bodyPr anchor="ctr"/>
          <a:lstStyle/>
          <a:p>
            <a:pPr>
              <a:defRPr/>
            </a:pPr>
            <a:r>
              <a:rPr lang="zh-CN" altLang="en-US" sz="1400" dirty="0" smtClean="0">
                <a:solidFill>
                  <a:srgbClr val="0000CC"/>
                </a:solidFill>
              </a:rPr>
              <a:t>预先设定正式品号</a:t>
            </a:r>
            <a:r>
              <a:rPr lang="en-US" altLang="zh-TW" sz="1400" dirty="0" smtClean="0">
                <a:solidFill>
                  <a:srgbClr val="0000CC"/>
                </a:solidFill>
              </a:rPr>
              <a:t>.</a:t>
            </a:r>
            <a:endParaRPr lang="zh-CN" altLang="en-US" sz="1400" dirty="0">
              <a:solidFill>
                <a:srgbClr val="0000CC"/>
              </a:solidFill>
            </a:endParaRPr>
          </a:p>
        </p:txBody>
      </p:sp>
      <p:sp>
        <p:nvSpPr>
          <p:cNvPr id="10" name="圆角矩形标注 9"/>
          <p:cNvSpPr/>
          <p:nvPr/>
        </p:nvSpPr>
        <p:spPr>
          <a:xfrm>
            <a:off x="6443999" y="5084765"/>
            <a:ext cx="1656184" cy="792088"/>
          </a:xfrm>
          <a:prstGeom prst="wedgeRoundRectCallout">
            <a:avLst>
              <a:gd name="adj1" fmla="val -61851"/>
              <a:gd name="adj2" fmla="val -108364"/>
              <a:gd name="adj3" fmla="val 16667"/>
            </a:avLst>
          </a:prstGeom>
        </p:spPr>
        <p:style>
          <a:lnRef idx="1">
            <a:schemeClr val="accent6"/>
          </a:lnRef>
          <a:fillRef idx="2">
            <a:schemeClr val="accent6"/>
          </a:fillRef>
          <a:effectRef idx="1">
            <a:schemeClr val="accent6"/>
          </a:effectRef>
          <a:fontRef idx="minor">
            <a:schemeClr val="dk1"/>
          </a:fontRef>
        </p:style>
        <p:txBody>
          <a:bodyPr anchor="ctr"/>
          <a:lstStyle/>
          <a:p>
            <a:pPr>
              <a:defRPr/>
            </a:pPr>
            <a:r>
              <a:rPr lang="zh-CN" altLang="en-US" sz="1400" dirty="0" smtClean="0">
                <a:solidFill>
                  <a:srgbClr val="0000CC"/>
                </a:solidFill>
              </a:rPr>
              <a:t>预先设定正式品号的生命周期</a:t>
            </a:r>
            <a:r>
              <a:rPr lang="en-US" altLang="zh-TW" sz="1400" dirty="0" smtClean="0">
                <a:solidFill>
                  <a:srgbClr val="0000CC"/>
                </a:solidFill>
              </a:rPr>
              <a:t>.</a:t>
            </a:r>
            <a:endParaRPr lang="zh-CN" altLang="en-US" sz="1400" dirty="0">
              <a:solidFill>
                <a:srgbClr val="0000CC"/>
              </a:solidFill>
            </a:endParaRPr>
          </a:p>
        </p:txBody>
      </p:sp>
      <p:sp>
        <p:nvSpPr>
          <p:cNvPr id="13" name="圆角矩形标注 9"/>
          <p:cNvSpPr/>
          <p:nvPr/>
        </p:nvSpPr>
        <p:spPr>
          <a:xfrm>
            <a:off x="3491867" y="3428688"/>
            <a:ext cx="1296144" cy="360040"/>
          </a:xfrm>
          <a:prstGeom prst="wedgeRoundRectCallout">
            <a:avLst>
              <a:gd name="adj1" fmla="val -69841"/>
              <a:gd name="adj2" fmla="val 162788"/>
              <a:gd name="adj3" fmla="val 16667"/>
            </a:avLst>
          </a:prstGeom>
        </p:spPr>
        <p:style>
          <a:lnRef idx="1">
            <a:schemeClr val="accent6"/>
          </a:lnRef>
          <a:fillRef idx="2">
            <a:schemeClr val="accent6"/>
          </a:fillRef>
          <a:effectRef idx="1">
            <a:schemeClr val="accent6"/>
          </a:effectRef>
          <a:fontRef idx="minor">
            <a:schemeClr val="dk1"/>
          </a:fontRef>
        </p:style>
        <p:txBody>
          <a:bodyPr anchor="ctr"/>
          <a:lstStyle/>
          <a:p>
            <a:pPr>
              <a:defRPr/>
            </a:pPr>
            <a:r>
              <a:rPr lang="zh-CN" altLang="en-US" sz="1400" smtClean="0">
                <a:solidFill>
                  <a:srgbClr val="0000CC"/>
                </a:solidFill>
                <a:latin typeface="SimSun" pitchFamily="2" charset="-122"/>
                <a:ea typeface="SimSun" pitchFamily="2" charset="-122"/>
              </a:rPr>
              <a:t>变更品号群组</a:t>
            </a:r>
            <a:r>
              <a:rPr lang="en-US" altLang="zh-TW" sz="1400" smtClean="0">
                <a:solidFill>
                  <a:srgbClr val="0000CC"/>
                </a:solidFill>
              </a:rPr>
              <a:t>.</a:t>
            </a:r>
            <a:endParaRPr lang="zh-CN" altLang="en-US" sz="1400" dirty="0">
              <a:solidFill>
                <a:srgbClr val="0000CC"/>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468313" y="1341438"/>
            <a:ext cx="8424862"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：检查预备品号转成正式品号之前，品号资料是否齐全</a:t>
            </a:r>
            <a:endParaRPr lang="zh-CN" altLang="en-US" sz="2000" dirty="0">
              <a:latin typeface="微软雅黑" pitchFamily="34" charset="-122"/>
              <a:ea typeface="微软雅黑" pitchFamily="34" charset="-122"/>
            </a:endParaRPr>
          </a:p>
        </p:txBody>
      </p:sp>
      <p:sp>
        <p:nvSpPr>
          <p:cNvPr id="5" name="TextBox 4"/>
          <p:cNvSpPr txBox="1"/>
          <p:nvPr/>
        </p:nvSpPr>
        <p:spPr>
          <a:xfrm>
            <a:off x="142875" y="2071370"/>
            <a:ext cx="8907780" cy="384810"/>
          </a:xfrm>
          <a:prstGeom prst="rect">
            <a:avLst/>
          </a:prstGeom>
          <a:noFill/>
        </p:spPr>
        <p:txBody>
          <a:bodyPr wrap="square">
            <a:spAutoFit/>
          </a:bodyPr>
          <a:lstStyle/>
          <a:p>
            <a:pPr marL="360045" lvl="1" indent="-285750">
              <a:spcBef>
                <a:spcPts val="0"/>
              </a:spcBef>
              <a:buFont typeface="Wingdings" pitchFamily="2" charset="2"/>
              <a:buChar char="n"/>
              <a:defRPr/>
            </a:pPr>
            <a:r>
              <a:rPr lang="zh-CN" altLang="en-US" sz="1800" dirty="0" smtClean="0">
                <a:solidFill>
                  <a:srgbClr val="0D0D0D"/>
                </a:solidFill>
                <a:latin typeface="微软雅黑" charset="0"/>
                <a:ea typeface="微软雅黑" charset="0"/>
              </a:rPr>
              <a:t>通过报表查询预备品号相关资料，用于正式品号生成前检查</a:t>
            </a:r>
            <a:endParaRPr lang="zh-CN" altLang="en-US" sz="1800" dirty="0" smtClean="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预备品号检查</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899795" y="2564765"/>
            <a:ext cx="7495540" cy="3980815"/>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5560" y="2637155"/>
            <a:ext cx="9040061" cy="3672000"/>
          </a:xfrm>
          <a:prstGeom prst="rect">
            <a:avLst/>
          </a:prstGeom>
        </p:spPr>
      </p:pic>
      <p:sp>
        <p:nvSpPr>
          <p:cNvPr id="56323" name="TextBox 3"/>
          <p:cNvSpPr txBox="1">
            <a:spLocks noChangeArrowheads="1"/>
          </p:cNvSpPr>
          <p:nvPr/>
        </p:nvSpPr>
        <p:spPr bwMode="auto">
          <a:xfrm>
            <a:off x="468313" y="1126173"/>
            <a:ext cx="8424862"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：将工程品号转成正式品号</a:t>
            </a:r>
            <a:endParaRPr lang="zh-CN" altLang="en-US" sz="2000" dirty="0">
              <a:latin typeface="微软雅黑" pitchFamily="34" charset="-122"/>
              <a:ea typeface="微软雅黑" pitchFamily="34" charset="-122"/>
            </a:endParaRPr>
          </a:p>
        </p:txBody>
      </p:sp>
      <p:sp>
        <p:nvSpPr>
          <p:cNvPr id="5" name="TextBox 4"/>
          <p:cNvSpPr txBox="1"/>
          <p:nvPr/>
        </p:nvSpPr>
        <p:spPr>
          <a:xfrm>
            <a:off x="142875" y="1569085"/>
            <a:ext cx="8858885" cy="91440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点击工程品号的工具栏按钮“生成正式品号”</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将当前工程品号信息以及维护好的预备品号信息一并更新为正式品号</a:t>
            </a: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生成正式品号</a:t>
            </a:r>
            <a:endParaRPr lang="zh-TW" altLang="en-US" sz="3600" b="1" dirty="0">
              <a:latin typeface="Microsoft JhengHei" pitchFamily="34" charset="-120"/>
              <a:ea typeface="Microsoft JhengHei" pitchFamily="34" charset="-120"/>
            </a:endParaRPr>
          </a:p>
        </p:txBody>
      </p:sp>
      <p:sp>
        <p:nvSpPr>
          <p:cNvPr id="11" name="向下箭號 25"/>
          <p:cNvSpPr/>
          <p:nvPr/>
        </p:nvSpPr>
        <p:spPr>
          <a:xfrm rot="2940000">
            <a:off x="8101012" y="3357241"/>
            <a:ext cx="178630" cy="405259"/>
          </a:xfrm>
          <a:prstGeom prst="downArrow">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向下箭號 28"/>
          <p:cNvSpPr/>
          <p:nvPr/>
        </p:nvSpPr>
        <p:spPr>
          <a:xfrm>
            <a:off x="7668577" y="5085089"/>
            <a:ext cx="178630" cy="405259"/>
          </a:xfrm>
          <a:prstGeom prst="downArrow">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 name="图片 2"/>
          <p:cNvPicPr>
            <a:picLocks noChangeAspect="1"/>
          </p:cNvPicPr>
          <p:nvPr/>
        </p:nvPicPr>
        <p:blipFill>
          <a:blip r:embed="rId2"/>
          <a:stretch>
            <a:fillRect/>
          </a:stretch>
        </p:blipFill>
        <p:spPr>
          <a:xfrm>
            <a:off x="6228080" y="3717290"/>
            <a:ext cx="2822575" cy="1313180"/>
          </a:xfrm>
          <a:prstGeom prst="rect">
            <a:avLst/>
          </a:prstGeom>
        </p:spPr>
      </p:pic>
      <p:pic>
        <p:nvPicPr>
          <p:cNvPr id="4" name="图片 3"/>
          <p:cNvPicPr>
            <a:picLocks noChangeAspect="1"/>
          </p:cNvPicPr>
          <p:nvPr/>
        </p:nvPicPr>
        <p:blipFill>
          <a:blip r:embed="rId3"/>
          <a:stretch>
            <a:fillRect/>
          </a:stretch>
        </p:blipFill>
        <p:spPr>
          <a:xfrm>
            <a:off x="6228080" y="5517515"/>
            <a:ext cx="2837180" cy="13296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51" name="投影片編號版面配置區 2"/>
          <p:cNvSpPr txBox="1"/>
          <p:nvPr/>
        </p:nvSpPr>
        <p:spPr bwMode="auto">
          <a:xfrm>
            <a:off x="8550275" y="6383338"/>
            <a:ext cx="719138" cy="476250"/>
          </a:xfrm>
          <a:prstGeom prst="rect">
            <a:avLst/>
          </a:prstGeom>
          <a:noFill/>
          <a:ln w="9525">
            <a:noFill/>
            <a:miter lim="800000"/>
          </a:ln>
        </p:spPr>
        <p:txBody>
          <a:bodyPr/>
          <a:lstStyle/>
          <a:p>
            <a:fld id="{CDF54637-8CB6-4E15-BEF9-8CD00CC9C70F}" type="slidenum">
              <a:rPr lang="en-US" altLang="zh-TW"/>
            </a:fld>
            <a:endParaRPr lang="en-US" altLang="zh-TW"/>
          </a:p>
        </p:txBody>
      </p:sp>
      <p:sp>
        <p:nvSpPr>
          <p:cNvPr id="25" name="Rectangle 88"/>
          <p:cNvSpPr>
            <a:spLocks noChangeArrowheads="1"/>
          </p:cNvSpPr>
          <p:nvPr/>
        </p:nvSpPr>
        <p:spPr bwMode="auto">
          <a:xfrm>
            <a:off x="2987824" y="3068960"/>
            <a:ext cx="1656184" cy="503953"/>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TW" altLang="en-US" sz="1400" smtClean="0">
                <a:latin typeface="SimSun" pitchFamily="2" charset="-122"/>
                <a:ea typeface="SimSun" pitchFamily="2" charset="-122"/>
              </a:rPr>
              <a:t>预备</a:t>
            </a:r>
            <a:r>
              <a:rPr lang="en-US" altLang="zh-TW" sz="1400" smtClean="0">
                <a:latin typeface="SimSun" pitchFamily="2" charset="-122"/>
                <a:ea typeface="SimSun" pitchFamily="2" charset="-122"/>
              </a:rPr>
              <a:t>BOM</a:t>
            </a:r>
            <a:r>
              <a:rPr lang="zh-TW" altLang="en-US" sz="1400" smtClean="0">
                <a:latin typeface="SimSun" pitchFamily="2" charset="-122"/>
                <a:ea typeface="SimSun" pitchFamily="2" charset="-122"/>
              </a:rPr>
              <a:t>维护</a:t>
            </a:r>
            <a:endParaRPr lang="zh-TW" altLang="en-US" sz="1400" dirty="0">
              <a:latin typeface="SimSun" pitchFamily="2" charset="-122"/>
              <a:ea typeface="SimSun" pitchFamily="2" charset="-122"/>
            </a:endParaRPr>
          </a:p>
        </p:txBody>
      </p:sp>
      <p:sp>
        <p:nvSpPr>
          <p:cNvPr id="26" name="Rectangle 88"/>
          <p:cNvSpPr>
            <a:spLocks noChangeArrowheads="1"/>
          </p:cNvSpPr>
          <p:nvPr/>
        </p:nvSpPr>
        <p:spPr bwMode="auto">
          <a:xfrm>
            <a:off x="2987824" y="2276872"/>
            <a:ext cx="1656184" cy="503235"/>
          </a:xfrm>
          <a:prstGeom prst="roundRect">
            <a:avLst/>
          </a:prstGeom>
          <a:ln>
            <a:solidFill>
              <a:schemeClr val="tx2">
                <a:lumMod val="75000"/>
              </a:schemeClr>
            </a:solidFill>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TW" altLang="en-US" sz="1400" smtClean="0">
                <a:latin typeface="SimSun" pitchFamily="2" charset="-122"/>
                <a:ea typeface="SimSun" pitchFamily="2" charset="-122"/>
              </a:rPr>
              <a:t>工程</a:t>
            </a:r>
            <a:r>
              <a:rPr lang="en-US" altLang="zh-TW" sz="1400" smtClean="0">
                <a:latin typeface="SimSun" pitchFamily="2" charset="-122"/>
                <a:ea typeface="SimSun" pitchFamily="2" charset="-122"/>
              </a:rPr>
              <a:t>BOM</a:t>
            </a:r>
            <a:r>
              <a:rPr lang="zh-TW" altLang="en-US" sz="1400" smtClean="0">
                <a:latin typeface="SimSun" pitchFamily="2" charset="-122"/>
                <a:ea typeface="SimSun" pitchFamily="2" charset="-122"/>
              </a:rPr>
              <a:t>维护</a:t>
            </a:r>
            <a:endParaRPr lang="zh-TW" altLang="en-US" sz="1400" dirty="0">
              <a:latin typeface="SimSun" pitchFamily="2" charset="-122"/>
              <a:ea typeface="SimSun" pitchFamily="2" charset="-122"/>
            </a:endParaRPr>
          </a:p>
        </p:txBody>
      </p:sp>
      <p:sp>
        <p:nvSpPr>
          <p:cNvPr id="28" name="AutoShape 72"/>
          <p:cNvSpPr>
            <a:spLocks noChangeArrowheads="1"/>
          </p:cNvSpPr>
          <p:nvPr/>
        </p:nvSpPr>
        <p:spPr bwMode="auto">
          <a:xfrm>
            <a:off x="4139952" y="4293096"/>
            <a:ext cx="1361294" cy="440960"/>
          </a:xfrm>
          <a:prstGeom prst="flowChartDocument">
            <a:avLst/>
          </a:prstGeom>
          <a:ln>
            <a:tailEnd type="none" w="sm" len="med"/>
          </a:ln>
        </p:spPr>
        <p:style>
          <a:lnRef idx="1">
            <a:schemeClr val="accent3"/>
          </a:lnRef>
          <a:fillRef idx="3">
            <a:schemeClr val="accent3"/>
          </a:fillRef>
          <a:effectRef idx="2">
            <a:schemeClr val="accent3"/>
          </a:effectRef>
          <a:fontRef idx="minor">
            <a:schemeClr val="lt1"/>
          </a:fontRef>
        </p:style>
        <p:txBody>
          <a:bodyPr/>
          <a:lstStyle/>
          <a:p>
            <a:pPr algn="ctr">
              <a:defRPr/>
            </a:pPr>
            <a:r>
              <a:rPr lang="zh-TW" altLang="en-US" sz="1400" smtClean="0"/>
              <a:t>预备</a:t>
            </a:r>
            <a:r>
              <a:rPr lang="en-US" altLang="zh-TW" sz="1400" smtClean="0"/>
              <a:t>BOM</a:t>
            </a:r>
            <a:r>
              <a:rPr lang="zh-TW" altLang="en-US" sz="1400" smtClean="0"/>
              <a:t>检查表</a:t>
            </a:r>
            <a:endParaRPr lang="zh-TW" altLang="en-US" sz="1400" dirty="0"/>
          </a:p>
        </p:txBody>
      </p:sp>
      <p:sp>
        <p:nvSpPr>
          <p:cNvPr id="29" name="Rectangle 88"/>
          <p:cNvSpPr>
            <a:spLocks noChangeArrowheads="1"/>
          </p:cNvSpPr>
          <p:nvPr/>
        </p:nvSpPr>
        <p:spPr bwMode="auto">
          <a:xfrm>
            <a:off x="2987824" y="3861048"/>
            <a:ext cx="1656184" cy="503953"/>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TW" altLang="en-US" sz="1400" smtClean="0">
                <a:latin typeface="SimSun" pitchFamily="2" charset="-122"/>
                <a:ea typeface="SimSun" pitchFamily="2" charset="-122"/>
              </a:rPr>
              <a:t>预备</a:t>
            </a:r>
            <a:r>
              <a:rPr lang="en-US" altLang="zh-TW" sz="1400" smtClean="0">
                <a:latin typeface="SimSun" pitchFamily="2" charset="-122"/>
                <a:ea typeface="SimSun" pitchFamily="2" charset="-122"/>
              </a:rPr>
              <a:t>BOM</a:t>
            </a:r>
            <a:r>
              <a:rPr lang="zh-TW" altLang="en-US" sz="1400" smtClean="0">
                <a:latin typeface="SimSun" pitchFamily="2" charset="-122"/>
                <a:ea typeface="SimSun" pitchFamily="2" charset="-122"/>
              </a:rPr>
              <a:t>检查</a:t>
            </a:r>
            <a:endParaRPr lang="zh-TW" altLang="en-US" sz="1400" dirty="0">
              <a:latin typeface="SimSun" pitchFamily="2" charset="-122"/>
              <a:ea typeface="SimSun" pitchFamily="2" charset="-122"/>
            </a:endParaRPr>
          </a:p>
        </p:txBody>
      </p:sp>
      <p:sp>
        <p:nvSpPr>
          <p:cNvPr id="30" name="Rectangle 88"/>
          <p:cNvSpPr>
            <a:spLocks noChangeArrowheads="1"/>
          </p:cNvSpPr>
          <p:nvPr/>
        </p:nvSpPr>
        <p:spPr bwMode="auto">
          <a:xfrm>
            <a:off x="2987824" y="4869160"/>
            <a:ext cx="1656184" cy="503953"/>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TW" altLang="en-US" sz="1400" dirty="0" smtClean="0">
                <a:latin typeface="SimSun" pitchFamily="2" charset="-122"/>
                <a:ea typeface="SimSun" pitchFamily="2" charset="-122"/>
              </a:rPr>
              <a:t>生成正式</a:t>
            </a:r>
            <a:r>
              <a:rPr lang="en-US" altLang="zh-TW" sz="1400" dirty="0" smtClean="0">
                <a:latin typeface="SimSun" pitchFamily="2" charset="-122"/>
                <a:ea typeface="SimSun" pitchFamily="2" charset="-122"/>
              </a:rPr>
              <a:t>BOM</a:t>
            </a:r>
            <a:endParaRPr lang="zh-TW" altLang="en-US" sz="1400" dirty="0">
              <a:latin typeface="SimSun" pitchFamily="2" charset="-122"/>
              <a:ea typeface="SimSun" pitchFamily="2" charset="-122"/>
            </a:endParaRPr>
          </a:p>
        </p:txBody>
      </p:sp>
      <p:cxnSp>
        <p:nvCxnSpPr>
          <p:cNvPr id="32" name="直線單箭頭接點 31"/>
          <p:cNvCxnSpPr>
            <a:stCxn id="26" idx="2"/>
            <a:endCxn id="25" idx="0"/>
          </p:cNvCxnSpPr>
          <p:nvPr/>
        </p:nvCxnSpPr>
        <p:spPr>
          <a:xfrm rot="5400000">
            <a:off x="3671490" y="2924533"/>
            <a:ext cx="288853" cy="1588"/>
          </a:xfrm>
          <a:prstGeom prst="straightConnector1">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a:stCxn id="25" idx="2"/>
            <a:endCxn id="29" idx="0"/>
          </p:cNvCxnSpPr>
          <p:nvPr/>
        </p:nvCxnSpPr>
        <p:spPr>
          <a:xfrm rot="5400000">
            <a:off x="3671849" y="3716980"/>
            <a:ext cx="288135" cy="1588"/>
          </a:xfrm>
          <a:prstGeom prst="straightConnector1">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a:stCxn id="29" idx="2"/>
            <a:endCxn id="30" idx="0"/>
          </p:cNvCxnSpPr>
          <p:nvPr/>
        </p:nvCxnSpPr>
        <p:spPr>
          <a:xfrm rot="5400000">
            <a:off x="3563837" y="4617080"/>
            <a:ext cx="504159" cy="1588"/>
          </a:xfrm>
          <a:prstGeom prst="straightConnector1">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sp>
        <p:nvSpPr>
          <p:cNvPr id="73" name="六邊形 72"/>
          <p:cNvSpPr/>
          <p:nvPr/>
        </p:nvSpPr>
        <p:spPr>
          <a:xfrm>
            <a:off x="3203848" y="1556792"/>
            <a:ext cx="1224136" cy="432048"/>
          </a:xfrm>
          <a:prstGeom prst="hexagon">
            <a:avLst/>
          </a:prstGeom>
          <a:ln>
            <a:solidFill>
              <a:schemeClr val="tx2">
                <a:lumMod val="75000"/>
              </a:schemeClr>
            </a:solidFill>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TW" altLang="en-US" sz="1400" smtClean="0">
                <a:solidFill>
                  <a:schemeClr val="tx1"/>
                </a:solidFill>
                <a:latin typeface="SimSun" pitchFamily="2" charset="-122"/>
                <a:ea typeface="SimSun" pitchFamily="2" charset="-122"/>
              </a:rPr>
              <a:t>开始</a:t>
            </a:r>
            <a:endParaRPr lang="zh-TW" altLang="en-US" sz="1400" dirty="0" smtClean="0">
              <a:solidFill>
                <a:schemeClr val="tx1"/>
              </a:solidFill>
              <a:latin typeface="SimSun" pitchFamily="2" charset="-122"/>
              <a:ea typeface="SimSun" pitchFamily="2" charset="-122"/>
            </a:endParaRPr>
          </a:p>
        </p:txBody>
      </p:sp>
      <p:cxnSp>
        <p:nvCxnSpPr>
          <p:cNvPr id="107" name="直線單箭頭接點 106"/>
          <p:cNvCxnSpPr/>
          <p:nvPr/>
        </p:nvCxnSpPr>
        <p:spPr>
          <a:xfrm rot="5400000">
            <a:off x="3708287" y="2132473"/>
            <a:ext cx="288853" cy="1588"/>
          </a:xfrm>
          <a:prstGeom prst="straightConnector1">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sp>
        <p:nvSpPr>
          <p:cNvPr id="19"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工程</a:t>
            </a:r>
            <a:r>
              <a:rPr lang="en-US" altLang="zh-CN" sz="3600" b="1" dirty="0" smtClean="0">
                <a:latin typeface="Microsoft JhengHei" pitchFamily="34" charset="-120"/>
                <a:ea typeface="Microsoft JhengHei" pitchFamily="34" charset="-120"/>
              </a:rPr>
              <a:t>BOM</a:t>
            </a:r>
            <a:r>
              <a:rPr lang="zh-CN" altLang="en-US" sz="3600" b="1" dirty="0" smtClean="0">
                <a:latin typeface="Microsoft JhengHei" pitchFamily="34" charset="-120"/>
                <a:ea typeface="Microsoft JhengHei" pitchFamily="34" charset="-120"/>
              </a:rPr>
              <a:t>流程</a:t>
            </a:r>
            <a:endParaRPr lang="zh-TW" altLang="en-US" sz="3600" b="1" dirty="0">
              <a:latin typeface="Microsoft JhengHei" pitchFamily="34" charset="-120"/>
              <a:ea typeface="Microsoft JhengHei" pitchFamily="34" charset="-12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468313" y="1341438"/>
            <a:ext cx="8424862"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：建立新产品研发階段的零部件结构关系的工程</a:t>
            </a:r>
            <a:r>
              <a:rPr lang="en-US" altLang="en-US" sz="2000" dirty="0" smtClean="0">
                <a:latin typeface="微软雅黑" pitchFamily="34" charset="-122"/>
                <a:ea typeface="微软雅黑" pitchFamily="34" charset="-122"/>
              </a:rPr>
              <a:t>BOM</a:t>
            </a:r>
            <a:endParaRPr lang="zh-CN" altLang="en-US" sz="2000" dirty="0">
              <a:latin typeface="微软雅黑" pitchFamily="34" charset="-122"/>
              <a:ea typeface="微软雅黑" pitchFamily="34" charset="-122"/>
            </a:endParaRPr>
          </a:p>
        </p:txBody>
      </p:sp>
      <p:sp>
        <p:nvSpPr>
          <p:cNvPr id="5" name="TextBox 4"/>
          <p:cNvSpPr txBox="1"/>
          <p:nvPr/>
        </p:nvSpPr>
        <p:spPr>
          <a:xfrm>
            <a:off x="107284" y="2060883"/>
            <a:ext cx="3133725" cy="2560320"/>
          </a:xfrm>
          <a:prstGeom prst="rect">
            <a:avLst/>
          </a:prstGeom>
          <a:noFill/>
        </p:spPr>
        <p:txBody>
          <a:bodyPr>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建立</a:t>
            </a:r>
            <a:r>
              <a:rPr lang="en-US" altLang="zh-CN" sz="1800" dirty="0" smtClean="0">
                <a:solidFill>
                  <a:srgbClr val="0D0D0D"/>
                </a:solidFill>
                <a:latin typeface="微软雅黑" charset="0"/>
                <a:ea typeface="微软雅黑" charset="0"/>
              </a:rPr>
              <a:t>EBOM</a:t>
            </a:r>
            <a:r>
              <a:rPr lang="zh-CN" altLang="en-US" sz="1800" dirty="0" smtClean="0">
                <a:solidFill>
                  <a:srgbClr val="0D0D0D"/>
                </a:solidFill>
                <a:latin typeface="微软雅黑" charset="0"/>
                <a:ea typeface="微软雅黑" charset="0"/>
              </a:rPr>
              <a:t>的主件品号可以是工程品号，也可以是正式品号</a:t>
            </a:r>
            <a:endParaRPr lang="zh-CN" altLang="en-US"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endParaRPr lang="zh-CN" altLang="en-US"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建立</a:t>
            </a:r>
            <a:r>
              <a:rPr lang="en-US" altLang="zh-CN" sz="1800" dirty="0" smtClean="0">
                <a:solidFill>
                  <a:srgbClr val="0D0D0D"/>
                </a:solidFill>
                <a:latin typeface="微软雅黑" charset="0"/>
                <a:ea typeface="微软雅黑" charset="0"/>
              </a:rPr>
              <a:t>EBOM</a:t>
            </a:r>
            <a:r>
              <a:rPr lang="zh-CN" altLang="en-US" sz="1800" dirty="0" smtClean="0">
                <a:solidFill>
                  <a:srgbClr val="0D0D0D"/>
                </a:solidFill>
                <a:latin typeface="微软雅黑" charset="0"/>
                <a:ea typeface="微软雅黑" charset="0"/>
              </a:rPr>
              <a:t>之前，必须要建立品号工厂信息</a:t>
            </a:r>
            <a:endParaRPr lang="zh-CN" altLang="en-US" sz="1800" dirty="0" smtClean="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a:t>
            </a:r>
            <a:r>
              <a:rPr lang="en-US" altLang="zh-CN" sz="3600" b="1" dirty="0" smtClean="0">
                <a:latin typeface="Microsoft JhengHei" pitchFamily="34" charset="-120"/>
                <a:ea typeface="Microsoft JhengHei" pitchFamily="34" charset="-120"/>
              </a:rPr>
              <a:t>EBOM</a:t>
            </a:r>
            <a:r>
              <a:rPr lang="zh-CN" altLang="en-US" sz="3600" b="1" dirty="0" smtClean="0">
                <a:latin typeface="Microsoft JhengHei" pitchFamily="34" charset="-120"/>
                <a:ea typeface="Microsoft JhengHei" pitchFamily="34" charset="-120"/>
              </a:rPr>
              <a:t>信息</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3204210" y="2060575"/>
            <a:ext cx="5797550" cy="3192145"/>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468313" y="1341438"/>
            <a:ext cx="8424862"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：预先規划工程</a:t>
            </a:r>
            <a:r>
              <a:rPr lang="en-US" altLang="en-US"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转成正式</a:t>
            </a:r>
            <a:r>
              <a:rPr lang="en-US" altLang="en-US"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的信息</a:t>
            </a:r>
            <a:endParaRPr lang="zh-CN" altLang="en-US" sz="2000" dirty="0">
              <a:latin typeface="微软雅黑" pitchFamily="34" charset="-122"/>
              <a:ea typeface="微软雅黑" pitchFamily="34" charset="-122"/>
            </a:endParaRPr>
          </a:p>
        </p:txBody>
      </p:sp>
      <p:sp>
        <p:nvSpPr>
          <p:cNvPr id="5" name="TextBox 4"/>
          <p:cNvSpPr txBox="1"/>
          <p:nvPr/>
        </p:nvSpPr>
        <p:spPr>
          <a:xfrm>
            <a:off x="142844" y="2071678"/>
            <a:ext cx="3133725" cy="4632960"/>
          </a:xfrm>
          <a:prstGeom prst="rect">
            <a:avLst/>
          </a:prstGeom>
          <a:noFill/>
        </p:spPr>
        <p:txBody>
          <a:bodyPr>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主件品号为工程品号者</a:t>
            </a:r>
            <a:r>
              <a:rPr lang="en-US" altLang="zh-TW" sz="1800" dirty="0" smtClean="0">
                <a:solidFill>
                  <a:srgbClr val="0D0D0D"/>
                </a:solidFill>
                <a:latin typeface="微软雅黑" charset="0"/>
                <a:ea typeface="微软雅黑" charset="0"/>
              </a:rPr>
              <a:t>,</a:t>
            </a:r>
            <a:r>
              <a:rPr lang="zh-CN" altLang="en-US" sz="1800" dirty="0" smtClean="0">
                <a:solidFill>
                  <a:srgbClr val="0D0D0D"/>
                </a:solidFill>
                <a:latin typeface="微软雅黑" charset="0"/>
                <a:ea typeface="微软雅黑" charset="0"/>
              </a:rPr>
              <a:t>需输入预备品号</a:t>
            </a:r>
            <a:r>
              <a:rPr lang="en-US" altLang="zh-TW" sz="1800" dirty="0" smtClean="0">
                <a:solidFill>
                  <a:srgbClr val="0D0D0D"/>
                </a:solidFill>
                <a:latin typeface="微软雅黑" charset="0"/>
                <a:ea typeface="微软雅黑" charset="0"/>
              </a:rPr>
              <a:t>.</a:t>
            </a:r>
            <a:r>
              <a:rPr lang="zh-CN" altLang="en-US" sz="1800" dirty="0" smtClean="0">
                <a:solidFill>
                  <a:srgbClr val="0D0D0D"/>
                </a:solidFill>
                <a:latin typeface="微软雅黑" charset="0"/>
                <a:ea typeface="微软雅黑" charset="0"/>
              </a:rPr>
              <a:t>做为生成正式</a:t>
            </a:r>
            <a:r>
              <a:rPr lang="en-US" altLang="zh-TW" sz="1800" dirty="0" smtClean="0">
                <a:solidFill>
                  <a:srgbClr val="0D0D0D"/>
                </a:solidFill>
                <a:latin typeface="微软雅黑" charset="0"/>
                <a:ea typeface="微软雅黑" charset="0"/>
              </a:rPr>
              <a:t>BOM</a:t>
            </a:r>
            <a:r>
              <a:rPr lang="zh-CN" altLang="en-US" sz="1600" dirty="0" smtClean="0">
                <a:solidFill>
                  <a:srgbClr val="0D0D0D"/>
                </a:solidFill>
                <a:latin typeface="微软雅黑" charset="0"/>
                <a:ea typeface="微软雅黑" charset="0"/>
              </a:rPr>
              <a:t>的主件品号</a:t>
            </a:r>
            <a:endParaRPr lang="zh-CN" altLang="en-US" sz="16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组件品号为工程品号者</a:t>
            </a:r>
            <a:r>
              <a:rPr lang="en-US" altLang="zh-TW" sz="1800" dirty="0" smtClean="0">
                <a:solidFill>
                  <a:srgbClr val="0D0D0D"/>
                </a:solidFill>
                <a:latin typeface="微软雅黑" charset="0"/>
                <a:ea typeface="微软雅黑" charset="0"/>
              </a:rPr>
              <a:t>,</a:t>
            </a:r>
            <a:r>
              <a:rPr lang="zh-CN" altLang="en-US" sz="1800" dirty="0" smtClean="0">
                <a:solidFill>
                  <a:srgbClr val="0D0D0D"/>
                </a:solidFill>
                <a:latin typeface="微软雅黑" charset="0"/>
                <a:ea typeface="微软雅黑" charset="0"/>
              </a:rPr>
              <a:t>需输入预备品号及预备特征码</a:t>
            </a:r>
            <a:r>
              <a:rPr lang="en-US" altLang="zh-TW" sz="1800" dirty="0" smtClean="0">
                <a:solidFill>
                  <a:srgbClr val="0D0D0D"/>
                </a:solidFill>
                <a:latin typeface="微软雅黑" charset="0"/>
                <a:ea typeface="微软雅黑" charset="0"/>
              </a:rPr>
              <a:t>.</a:t>
            </a:r>
            <a:r>
              <a:rPr lang="zh-CN" altLang="en-US" sz="1800" dirty="0" smtClean="0">
                <a:solidFill>
                  <a:srgbClr val="0D0D0D"/>
                </a:solidFill>
                <a:latin typeface="微软雅黑" charset="0"/>
                <a:ea typeface="微软雅黑" charset="0"/>
              </a:rPr>
              <a:t>做为生成正式</a:t>
            </a:r>
            <a:r>
              <a:rPr lang="en-US" altLang="zh-TW" sz="1800" dirty="0" smtClean="0">
                <a:solidFill>
                  <a:srgbClr val="0D0D0D"/>
                </a:solidFill>
                <a:latin typeface="微软雅黑" charset="0"/>
                <a:ea typeface="微软雅黑" charset="0"/>
              </a:rPr>
              <a:t>BOM</a:t>
            </a:r>
            <a:r>
              <a:rPr lang="zh-CN" altLang="en-US" sz="1800" dirty="0" smtClean="0">
                <a:solidFill>
                  <a:srgbClr val="0D0D0D"/>
                </a:solidFill>
                <a:latin typeface="微软雅黑" charset="0"/>
                <a:ea typeface="微软雅黑" charset="0"/>
              </a:rPr>
              <a:t>的组件品号及特征码</a:t>
            </a:r>
            <a:r>
              <a:rPr lang="en-US" altLang="zh-TW" sz="1800" dirty="0" smtClean="0">
                <a:solidFill>
                  <a:srgbClr val="0D0D0D"/>
                </a:solidFill>
                <a:latin typeface="微软雅黑" charset="0"/>
                <a:ea typeface="微软雅黑" charset="0"/>
              </a:rPr>
              <a:t>.</a:t>
            </a:r>
            <a:endParaRPr lang="en-US" altLang="zh-TW"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latin typeface="微软雅黑" charset="0"/>
                <a:ea typeface="微软雅黑" charset="0"/>
                <a:cs typeface="Arial Unicode MS" pitchFamily="34" charset="-122"/>
              </a:rPr>
              <a:t>组件品号为启用特征码</a:t>
            </a:r>
            <a:r>
              <a:rPr lang="en-US" altLang="zh-TW" sz="1800" dirty="0" smtClean="0">
                <a:latin typeface="微软雅黑" charset="0"/>
                <a:ea typeface="微软雅黑" charset="0"/>
                <a:cs typeface="Arial Unicode MS" pitchFamily="34" charset="-122"/>
              </a:rPr>
              <a:t>,</a:t>
            </a:r>
            <a:r>
              <a:rPr lang="zh-CN" altLang="en-US" sz="1800" dirty="0" smtClean="0">
                <a:latin typeface="微软雅黑" charset="0"/>
                <a:ea typeface="微软雅黑" charset="0"/>
                <a:cs typeface="Arial Unicode MS" pitchFamily="34" charset="-122"/>
              </a:rPr>
              <a:t>才需输入特征码</a:t>
            </a:r>
            <a:endParaRPr lang="zh-CN" altLang="en-US" sz="1600" dirty="0" smtClean="0">
              <a:solidFill>
                <a:srgbClr val="0D0D0D"/>
              </a:solidFill>
              <a:latin typeface="微软雅黑" charset="0"/>
              <a:ea typeface="微软雅黑" charset="0"/>
              <a:cs typeface="Arial Unicode MS" pitchFamily="34" charset="-122"/>
            </a:endParaRPr>
          </a:p>
          <a:p>
            <a:pPr marL="360045" lvl="1" indent="-285750" eaLnBrk="1" latinLnBrk="0" hangingPunct="1">
              <a:lnSpc>
                <a:spcPct val="150000"/>
              </a:lnSpc>
              <a:spcBef>
                <a:spcPts val="0"/>
              </a:spcBef>
              <a:buFont typeface="Wingdings" pitchFamily="2" charset="2"/>
              <a:buChar char="n"/>
              <a:defRPr/>
            </a:pPr>
            <a:endParaRPr lang="zh-CN" altLang="en-US" sz="1400" dirty="0" smtClean="0">
              <a:solidFill>
                <a:srgbClr val="0D0D0D"/>
              </a:solidFill>
              <a:latin typeface="微软雅黑" charset="0"/>
              <a:ea typeface="微软雅黑" charset="0"/>
              <a:cs typeface="Arial Unicode MS" pitchFamily="34" charset="-122"/>
            </a:endParaRPr>
          </a:p>
          <a:p>
            <a:pPr marL="360045" lvl="1" indent="-285750">
              <a:spcBef>
                <a:spcPts val="0"/>
              </a:spcBef>
              <a:buFont typeface="Wingdings" pitchFamily="2" charset="2"/>
              <a:buChar char="n"/>
              <a:defRPr/>
            </a:pPr>
            <a:endParaRPr lang="zh-CN" altLang="en-US" sz="1400" dirty="0" smtClean="0">
              <a:solidFill>
                <a:srgbClr val="0D0D0D"/>
              </a:solidFill>
              <a:latin typeface="微软雅黑" charset="0"/>
              <a:ea typeface="微软雅黑" charset="0"/>
              <a:cs typeface="Arial Unicode MS" pitchFamily="34" charset="-122"/>
            </a:endParaRPr>
          </a:p>
          <a:p>
            <a:pPr marL="360045" lvl="1" indent="-285750">
              <a:spcBef>
                <a:spcPts val="0"/>
              </a:spcBef>
              <a:buFont typeface="Wingdings" pitchFamily="2" charset="2"/>
              <a:buChar char="n"/>
              <a:defRPr/>
            </a:pPr>
            <a:endParaRPr lang="zh-CN" altLang="en-US" sz="20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维护预备</a:t>
            </a:r>
            <a:r>
              <a:rPr lang="en-US" altLang="zh-CN" sz="3600" b="1" dirty="0" smtClean="0">
                <a:latin typeface="Microsoft JhengHei" pitchFamily="34" charset="-120"/>
                <a:ea typeface="Microsoft JhengHei" pitchFamily="34" charset="-120"/>
              </a:rPr>
              <a:t>BOM</a:t>
            </a:r>
            <a:r>
              <a:rPr lang="zh-CN" altLang="en-US" sz="3600" b="1" dirty="0" smtClean="0">
                <a:latin typeface="Microsoft JhengHei" pitchFamily="34" charset="-120"/>
                <a:ea typeface="Microsoft JhengHei" pitchFamily="34" charset="-120"/>
              </a:rPr>
              <a:t>信息</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3347085" y="2204720"/>
            <a:ext cx="5666740" cy="3837940"/>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468313" y="1341438"/>
            <a:ext cx="8424862" cy="40011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：检查预备</a:t>
            </a: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转成正式</a:t>
            </a: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之前，相关资料是否齐全</a:t>
            </a:r>
            <a:endParaRPr lang="zh-CN" altLang="en-US" sz="2000" dirty="0" smtClean="0">
              <a:latin typeface="微软雅黑" pitchFamily="34" charset="-122"/>
              <a:ea typeface="微软雅黑" pitchFamily="34" charset="-122"/>
            </a:endParaRPr>
          </a:p>
        </p:txBody>
      </p:sp>
      <p:sp>
        <p:nvSpPr>
          <p:cNvPr id="5" name="TextBox 4"/>
          <p:cNvSpPr txBox="1"/>
          <p:nvPr/>
        </p:nvSpPr>
        <p:spPr>
          <a:xfrm>
            <a:off x="142875" y="2071370"/>
            <a:ext cx="8535670" cy="384810"/>
          </a:xfrm>
          <a:prstGeom prst="rect">
            <a:avLst/>
          </a:prstGeom>
          <a:noFill/>
        </p:spPr>
        <p:txBody>
          <a:bodyPr wrap="square">
            <a:spAutoFit/>
          </a:bodyPr>
          <a:lstStyle/>
          <a:p>
            <a:pPr marL="360045" lvl="1" indent="-285750">
              <a:spcBef>
                <a:spcPts val="0"/>
              </a:spcBef>
              <a:buFont typeface="Wingdings" pitchFamily="2" charset="2"/>
              <a:buChar char="n"/>
              <a:defRPr/>
            </a:pPr>
            <a:r>
              <a:rPr lang="zh-CN" altLang="en-US" sz="1800" dirty="0" smtClean="0">
                <a:solidFill>
                  <a:srgbClr val="0D0D0D"/>
                </a:solidFill>
                <a:latin typeface="微软雅黑" charset="0"/>
                <a:ea typeface="微软雅黑" charset="0"/>
              </a:rPr>
              <a:t>通过报表展开工程</a:t>
            </a:r>
            <a:r>
              <a:rPr lang="en-US" altLang="zh-CN" sz="1800" dirty="0" smtClean="0">
                <a:solidFill>
                  <a:srgbClr val="0D0D0D"/>
                </a:solidFill>
                <a:latin typeface="微软雅黑" charset="0"/>
                <a:ea typeface="微软雅黑" charset="0"/>
              </a:rPr>
              <a:t>BOM</a:t>
            </a:r>
            <a:r>
              <a:rPr lang="zh-CN" altLang="en-US" sz="1800" dirty="0" smtClean="0">
                <a:solidFill>
                  <a:srgbClr val="0D0D0D"/>
                </a:solidFill>
                <a:latin typeface="微软雅黑" charset="0"/>
                <a:ea typeface="微软雅黑" charset="0"/>
              </a:rPr>
              <a:t>多阶信息查询关资料，用于正式</a:t>
            </a:r>
            <a:r>
              <a:rPr lang="en-US" altLang="zh-CN" sz="1800" dirty="0" smtClean="0">
                <a:solidFill>
                  <a:srgbClr val="0D0D0D"/>
                </a:solidFill>
                <a:latin typeface="微软雅黑" charset="0"/>
                <a:ea typeface="微软雅黑" charset="0"/>
              </a:rPr>
              <a:t>BOM</a:t>
            </a:r>
            <a:r>
              <a:rPr lang="zh-CN" altLang="en-US" sz="1800" dirty="0" smtClean="0">
                <a:solidFill>
                  <a:srgbClr val="0D0D0D"/>
                </a:solidFill>
                <a:latin typeface="微软雅黑" charset="0"/>
                <a:ea typeface="微软雅黑" charset="0"/>
              </a:rPr>
              <a:t>生成前检查</a:t>
            </a: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预备</a:t>
            </a:r>
            <a:r>
              <a:rPr lang="en-US" altLang="zh-CN" sz="3600" b="1" dirty="0" smtClean="0">
                <a:latin typeface="Microsoft JhengHei" pitchFamily="34" charset="-120"/>
                <a:ea typeface="Microsoft JhengHei" pitchFamily="34" charset="-120"/>
              </a:rPr>
              <a:t>BOM</a:t>
            </a:r>
            <a:r>
              <a:rPr lang="zh-CN" altLang="en-US" sz="3600" b="1" dirty="0" smtClean="0">
                <a:latin typeface="Microsoft JhengHei" pitchFamily="34" charset="-120"/>
                <a:ea typeface="Microsoft JhengHei" pitchFamily="34" charset="-120"/>
              </a:rPr>
              <a:t>检查</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828040" y="2564765"/>
            <a:ext cx="7466965" cy="395224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324803" y="1126173"/>
            <a:ext cx="8424862"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：将工程</a:t>
            </a: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转成正式</a:t>
            </a:r>
            <a:r>
              <a:rPr lang="en-US" altLang="zh-CN" sz="2000" dirty="0" smtClean="0">
                <a:latin typeface="微软雅黑" pitchFamily="34" charset="-122"/>
                <a:ea typeface="微软雅黑" pitchFamily="34" charset="-122"/>
              </a:rPr>
              <a:t>BOM</a:t>
            </a:r>
            <a:endParaRPr lang="zh-CN" altLang="en-US" sz="2000" dirty="0">
              <a:latin typeface="微软雅黑" pitchFamily="34" charset="-122"/>
              <a:ea typeface="微软雅黑" pitchFamily="34" charset="-122"/>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生成正式</a:t>
            </a:r>
            <a:r>
              <a:rPr lang="en-US" altLang="zh-CN" sz="3600" b="1" dirty="0" smtClean="0">
                <a:latin typeface="Microsoft JhengHei" pitchFamily="34" charset="-120"/>
                <a:ea typeface="Microsoft JhengHei" pitchFamily="34" charset="-120"/>
              </a:rPr>
              <a:t>BOM</a:t>
            </a:r>
            <a:endParaRPr lang="zh-TW" altLang="en-US" sz="3600" b="1" dirty="0">
              <a:latin typeface="Microsoft JhengHei" pitchFamily="34" charset="-120"/>
              <a:ea typeface="Microsoft JhengHei" pitchFamily="34" charset="-120"/>
            </a:endParaRPr>
          </a:p>
        </p:txBody>
      </p:sp>
      <p:sp>
        <p:nvSpPr>
          <p:cNvPr id="11" name="TextBox 10"/>
          <p:cNvSpPr txBox="1"/>
          <p:nvPr/>
        </p:nvSpPr>
        <p:spPr>
          <a:xfrm>
            <a:off x="179705" y="1486535"/>
            <a:ext cx="8731885" cy="91440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点击工程</a:t>
            </a:r>
            <a:r>
              <a:rPr lang="en-US" altLang="zh-CN" sz="1800" dirty="0" smtClean="0">
                <a:solidFill>
                  <a:srgbClr val="0D0D0D"/>
                </a:solidFill>
                <a:latin typeface="微软雅黑" charset="0"/>
                <a:ea typeface="微软雅黑" charset="0"/>
              </a:rPr>
              <a:t>BOOM</a:t>
            </a:r>
            <a:r>
              <a:rPr lang="zh-CN" altLang="en-US" sz="1800" dirty="0" smtClean="0">
                <a:solidFill>
                  <a:srgbClr val="0D0D0D"/>
                </a:solidFill>
                <a:latin typeface="微软雅黑" charset="0"/>
                <a:ea typeface="微软雅黑" charset="0"/>
              </a:rPr>
              <a:t>的工具栏按钮“生成正式</a:t>
            </a:r>
            <a:r>
              <a:rPr lang="en-US" altLang="zh-CN" sz="1800" dirty="0" smtClean="0">
                <a:solidFill>
                  <a:srgbClr val="0D0D0D"/>
                </a:solidFill>
                <a:latin typeface="微软雅黑" charset="0"/>
                <a:ea typeface="微软雅黑" charset="0"/>
              </a:rPr>
              <a:t>BOM</a:t>
            </a:r>
            <a:r>
              <a:rPr lang="zh-CN" altLang="en-US" sz="1800" dirty="0" smtClean="0">
                <a:solidFill>
                  <a:srgbClr val="0D0D0D"/>
                </a:solidFill>
                <a:latin typeface="微软雅黑" charset="0"/>
                <a:ea typeface="微软雅黑" charset="0"/>
              </a:rPr>
              <a:t>”</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将当前工程</a:t>
            </a:r>
            <a:r>
              <a:rPr lang="en-US" altLang="zh-CN" sz="1800" dirty="0" smtClean="0">
                <a:solidFill>
                  <a:srgbClr val="0D0D0D"/>
                </a:solidFill>
                <a:latin typeface="微软雅黑" charset="0"/>
                <a:ea typeface="微软雅黑" charset="0"/>
              </a:rPr>
              <a:t>BOM</a:t>
            </a:r>
            <a:r>
              <a:rPr lang="zh-CN" altLang="en-US" sz="1800" dirty="0" smtClean="0">
                <a:solidFill>
                  <a:srgbClr val="0D0D0D"/>
                </a:solidFill>
                <a:latin typeface="微软雅黑" charset="0"/>
                <a:ea typeface="微软雅黑" charset="0"/>
              </a:rPr>
              <a:t>信息以及维护好的预备</a:t>
            </a:r>
            <a:r>
              <a:rPr lang="en-US" altLang="zh-CN" sz="1800" dirty="0" smtClean="0">
                <a:solidFill>
                  <a:srgbClr val="0D0D0D"/>
                </a:solidFill>
                <a:latin typeface="微软雅黑" charset="0"/>
                <a:ea typeface="微软雅黑" charset="0"/>
              </a:rPr>
              <a:t>BOM</a:t>
            </a:r>
            <a:r>
              <a:rPr lang="zh-CN" altLang="en-US" sz="1800" dirty="0" smtClean="0">
                <a:solidFill>
                  <a:srgbClr val="0D0D0D"/>
                </a:solidFill>
                <a:latin typeface="微软雅黑" charset="0"/>
                <a:ea typeface="微软雅黑" charset="0"/>
              </a:rPr>
              <a:t>信息一并更新为正式</a:t>
            </a:r>
            <a:r>
              <a:rPr lang="en-US" altLang="zh-CN" sz="1800" dirty="0" smtClean="0">
                <a:solidFill>
                  <a:srgbClr val="0D0D0D"/>
                </a:solidFill>
                <a:latin typeface="微软雅黑" charset="0"/>
                <a:ea typeface="微软雅黑" charset="0"/>
              </a:rPr>
              <a:t>BOM</a:t>
            </a:r>
            <a:endParaRPr lang="zh-CN" altLang="en-US" sz="1800" dirty="0">
              <a:solidFill>
                <a:srgbClr val="0D0D0D"/>
              </a:solidFill>
              <a:latin typeface="微软雅黑" charset="0"/>
              <a:ea typeface="微软雅黑" charset="0"/>
            </a:endParaRPr>
          </a:p>
        </p:txBody>
      </p:sp>
      <p:pic>
        <p:nvPicPr>
          <p:cNvPr id="2" name="图片 1"/>
          <p:cNvPicPr>
            <a:picLocks noChangeAspect="1"/>
          </p:cNvPicPr>
          <p:nvPr/>
        </p:nvPicPr>
        <p:blipFill>
          <a:blip r:embed="rId1"/>
          <a:stretch>
            <a:fillRect/>
          </a:stretch>
        </p:blipFill>
        <p:spPr>
          <a:xfrm>
            <a:off x="899795" y="2635885"/>
            <a:ext cx="7296785" cy="393382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投影片編號版面配置區 2"/>
          <p:cNvSpPr txBox="1"/>
          <p:nvPr/>
        </p:nvSpPr>
        <p:spPr bwMode="auto">
          <a:xfrm>
            <a:off x="8550275" y="6383338"/>
            <a:ext cx="719138" cy="476250"/>
          </a:xfrm>
          <a:prstGeom prst="rect">
            <a:avLst/>
          </a:prstGeom>
          <a:noFill/>
          <a:ln w="9525">
            <a:noFill/>
            <a:miter lim="800000"/>
          </a:ln>
        </p:spPr>
        <p:txBody>
          <a:bodyPr/>
          <a:lstStyle/>
          <a:p>
            <a:fld id="{D3C3A733-9116-48AF-8239-7A570A5DF8A5}" type="slidenum">
              <a:rPr lang="en-US" altLang="zh-TW"/>
            </a:fld>
            <a:endParaRPr lang="en-US" altLang="zh-TW"/>
          </a:p>
        </p:txBody>
      </p:sp>
      <p:sp>
        <p:nvSpPr>
          <p:cNvPr id="34854" name="文字方塊 1"/>
          <p:cNvSpPr txBox="1">
            <a:spLocks noChangeArrowheads="1"/>
          </p:cNvSpPr>
          <p:nvPr/>
        </p:nvSpPr>
        <p:spPr bwMode="auto">
          <a:xfrm>
            <a:off x="280988" y="476250"/>
            <a:ext cx="882015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 </a:t>
            </a:r>
            <a:r>
              <a:rPr lang="en-US" altLang="zh-CN" sz="3600" b="1" dirty="0" smtClean="0">
                <a:latin typeface="SimHei" pitchFamily="49" charset="-122"/>
                <a:ea typeface="SimHei" pitchFamily="49" charset="-122"/>
              </a:rPr>
              <a:t>BOM</a:t>
            </a:r>
            <a:r>
              <a:rPr lang="zh-CN" altLang="en-US" sz="3600" b="1" dirty="0" smtClean="0">
                <a:latin typeface="SimHei" pitchFamily="49" charset="-122"/>
                <a:ea typeface="SimHei" pitchFamily="49" charset="-122"/>
              </a:rPr>
              <a:t>建置流程</a:t>
            </a:r>
            <a:endParaRPr lang="zh-TW" altLang="en-US" sz="3600" b="1" dirty="0">
              <a:latin typeface="SimHei" pitchFamily="49" charset="-122"/>
              <a:ea typeface="SimHei" pitchFamily="49" charset="-122"/>
            </a:endParaRPr>
          </a:p>
        </p:txBody>
      </p:sp>
      <p:sp>
        <p:nvSpPr>
          <p:cNvPr id="21" name="Rectangle 5"/>
          <p:cNvSpPr>
            <a:spLocks noChangeArrowheads="1"/>
          </p:cNvSpPr>
          <p:nvPr/>
        </p:nvSpPr>
        <p:spPr bwMode="auto">
          <a:xfrm>
            <a:off x="467544" y="2996952"/>
            <a:ext cx="1800200" cy="431800"/>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en-US" sz="1400" dirty="0" smtClean="0">
                <a:latin typeface="SimSun" pitchFamily="2" charset="-122"/>
                <a:ea typeface="SimSun" pitchFamily="2" charset="-122"/>
              </a:rPr>
              <a:t>维护群组取替代</a:t>
            </a:r>
            <a:endParaRPr lang="zh-TW" altLang="en-US" sz="1400" dirty="0">
              <a:latin typeface="SimSun" pitchFamily="2" charset="-122"/>
              <a:ea typeface="SimSun" pitchFamily="2" charset="-122"/>
            </a:endParaRPr>
          </a:p>
        </p:txBody>
      </p:sp>
      <p:sp>
        <p:nvSpPr>
          <p:cNvPr id="25" name="Rectangle 5"/>
          <p:cNvSpPr>
            <a:spLocks noChangeArrowheads="1"/>
          </p:cNvSpPr>
          <p:nvPr/>
        </p:nvSpPr>
        <p:spPr bwMode="auto">
          <a:xfrm>
            <a:off x="467544" y="1556792"/>
            <a:ext cx="1798637" cy="431800"/>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en-US" sz="1400" dirty="0" smtClean="0">
                <a:latin typeface="SimSun" pitchFamily="2" charset="-122"/>
                <a:ea typeface="SimSun" pitchFamily="2" charset="-122"/>
              </a:rPr>
              <a:t>维护产出品</a:t>
            </a:r>
            <a:endParaRPr lang="zh-TW" altLang="en-US" sz="1400" dirty="0" smtClean="0">
              <a:latin typeface="SimSun" pitchFamily="2" charset="-122"/>
              <a:ea typeface="SimSun" pitchFamily="2" charset="-122"/>
            </a:endParaRPr>
          </a:p>
        </p:txBody>
      </p:sp>
      <p:sp>
        <p:nvSpPr>
          <p:cNvPr id="27" name="Rectangle 5"/>
          <p:cNvSpPr>
            <a:spLocks noChangeArrowheads="1"/>
          </p:cNvSpPr>
          <p:nvPr/>
        </p:nvSpPr>
        <p:spPr bwMode="auto">
          <a:xfrm>
            <a:off x="467544" y="2276872"/>
            <a:ext cx="1798637" cy="431800"/>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en-US" sz="1400" dirty="0" smtClean="0">
                <a:latin typeface="SimSun" pitchFamily="2" charset="-122"/>
                <a:ea typeface="SimSun" pitchFamily="2" charset="-122"/>
              </a:rPr>
              <a:t>维护取替代料</a:t>
            </a:r>
            <a:endParaRPr lang="zh-TW" altLang="en-US" sz="1400" dirty="0" smtClean="0">
              <a:latin typeface="SimSun" pitchFamily="2" charset="-122"/>
              <a:ea typeface="SimSun" pitchFamily="2" charset="-122"/>
            </a:endParaRPr>
          </a:p>
        </p:txBody>
      </p:sp>
      <p:cxnSp>
        <p:nvCxnSpPr>
          <p:cNvPr id="29" name="形状 28"/>
          <p:cNvCxnSpPr>
            <a:stCxn id="71" idx="1"/>
            <a:endCxn id="25" idx="3"/>
          </p:cNvCxnSpPr>
          <p:nvPr/>
        </p:nvCxnSpPr>
        <p:spPr>
          <a:xfrm rot="10800000">
            <a:off x="2266181" y="1772692"/>
            <a:ext cx="939230" cy="969032"/>
          </a:xfrm>
          <a:prstGeom prst="bentConnector3">
            <a:avLst>
              <a:gd name="adj1" fmla="val 50000"/>
            </a:avLst>
          </a:prstGeom>
          <a:ln w="25400">
            <a:solidFill>
              <a:srgbClr val="C0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2" name="形状 28"/>
          <p:cNvCxnSpPr>
            <a:stCxn id="71" idx="1"/>
            <a:endCxn id="27" idx="3"/>
          </p:cNvCxnSpPr>
          <p:nvPr/>
        </p:nvCxnSpPr>
        <p:spPr>
          <a:xfrm rot="10800000">
            <a:off x="2266181" y="2492772"/>
            <a:ext cx="939230" cy="248952"/>
          </a:xfrm>
          <a:prstGeom prst="bentConnector3">
            <a:avLst>
              <a:gd name="adj1" fmla="val 50000"/>
            </a:avLst>
          </a:prstGeom>
          <a:ln w="25400">
            <a:solidFill>
              <a:srgbClr val="C0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9" name="形状 28"/>
          <p:cNvCxnSpPr>
            <a:stCxn id="71" idx="1"/>
            <a:endCxn id="21" idx="3"/>
          </p:cNvCxnSpPr>
          <p:nvPr/>
        </p:nvCxnSpPr>
        <p:spPr>
          <a:xfrm rot="10800000" flipV="1">
            <a:off x="2267745" y="2741724"/>
            <a:ext cx="937667" cy="471128"/>
          </a:xfrm>
          <a:prstGeom prst="bentConnector3">
            <a:avLst>
              <a:gd name="adj1" fmla="val 50000"/>
            </a:avLst>
          </a:prstGeom>
          <a:ln w="25400">
            <a:solidFill>
              <a:srgbClr val="C00000"/>
            </a:solidFill>
            <a:prstDash val="dash"/>
            <a:tailEnd type="arrow"/>
          </a:ln>
        </p:spPr>
        <p:style>
          <a:lnRef idx="1">
            <a:schemeClr val="accent1"/>
          </a:lnRef>
          <a:fillRef idx="0">
            <a:schemeClr val="accent1"/>
          </a:fillRef>
          <a:effectRef idx="0">
            <a:schemeClr val="accent1"/>
          </a:effectRef>
          <a:fontRef idx="minor">
            <a:schemeClr val="tx1"/>
          </a:fontRef>
        </p:style>
      </p:cxnSp>
      <p:grpSp>
        <p:nvGrpSpPr>
          <p:cNvPr id="2" name="组合 91"/>
          <p:cNvGrpSpPr/>
          <p:nvPr/>
        </p:nvGrpSpPr>
        <p:grpSpPr>
          <a:xfrm>
            <a:off x="3203848" y="1268760"/>
            <a:ext cx="4464496" cy="5112568"/>
            <a:chOff x="3203848" y="1268760"/>
            <a:chExt cx="4464496" cy="4248472"/>
          </a:xfrm>
        </p:grpSpPr>
        <p:sp>
          <p:nvSpPr>
            <p:cNvPr id="10" name="Rectangle 5"/>
            <p:cNvSpPr>
              <a:spLocks noChangeArrowheads="1"/>
            </p:cNvSpPr>
            <p:nvPr/>
          </p:nvSpPr>
          <p:spPr bwMode="auto">
            <a:xfrm>
              <a:off x="3491880" y="4077072"/>
              <a:ext cx="1798637" cy="431800"/>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en-US" sz="1400" dirty="0" smtClean="0">
                  <a:latin typeface="SimSun" pitchFamily="2" charset="-122"/>
                  <a:ea typeface="SimSun" pitchFamily="2" charset="-122"/>
                </a:rPr>
                <a:t>维护产品配置约束</a:t>
              </a:r>
              <a:endParaRPr lang="zh-TW" altLang="en-US" sz="1400" dirty="0">
                <a:latin typeface="SimSun" pitchFamily="2" charset="-122"/>
                <a:ea typeface="SimSun" pitchFamily="2" charset="-122"/>
              </a:endParaRPr>
            </a:p>
          </p:txBody>
        </p:sp>
        <p:sp>
          <p:nvSpPr>
            <p:cNvPr id="14" name="Rectangle 5"/>
            <p:cNvSpPr>
              <a:spLocks noChangeArrowheads="1"/>
            </p:cNvSpPr>
            <p:nvPr/>
          </p:nvSpPr>
          <p:spPr bwMode="auto">
            <a:xfrm>
              <a:off x="3205411" y="5051475"/>
              <a:ext cx="1872208" cy="465757"/>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altLang="zh-TW" sz="1400" dirty="0" smtClean="0">
                  <a:latin typeface="SimSun" pitchFamily="2" charset="-122"/>
                  <a:ea typeface="SimSun" pitchFamily="2" charset="-122"/>
                </a:rPr>
                <a:t>BOM</a:t>
              </a:r>
              <a:r>
                <a:rPr lang="zh-CN" altLang="en-US" sz="1400" dirty="0" smtClean="0">
                  <a:latin typeface="SimSun" pitchFamily="2" charset="-122"/>
                  <a:ea typeface="SimSun" pitchFamily="2" charset="-122"/>
                </a:rPr>
                <a:t>展阶查询</a:t>
              </a:r>
              <a:endParaRPr lang="zh-TW" altLang="en-US" sz="1400" dirty="0">
                <a:latin typeface="SimSun" pitchFamily="2" charset="-122"/>
                <a:ea typeface="SimSun" pitchFamily="2" charset="-122"/>
              </a:endParaRPr>
            </a:p>
          </p:txBody>
        </p:sp>
        <p:sp>
          <p:nvSpPr>
            <p:cNvPr id="16" name="Rectangle 5"/>
            <p:cNvSpPr>
              <a:spLocks noChangeArrowheads="1"/>
            </p:cNvSpPr>
            <p:nvPr/>
          </p:nvSpPr>
          <p:spPr bwMode="auto">
            <a:xfrm>
              <a:off x="3243709" y="3246685"/>
              <a:ext cx="1798637" cy="431800"/>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en-US" sz="1400" dirty="0" smtClean="0">
                  <a:latin typeface="SimSun" pitchFamily="2" charset="-122"/>
                  <a:ea typeface="SimSun" pitchFamily="2" charset="-122"/>
                </a:rPr>
                <a:t>维护自动配置模板</a:t>
              </a:r>
              <a:endParaRPr lang="zh-TW" altLang="en-US" sz="1400" dirty="0">
                <a:latin typeface="SimSun" pitchFamily="2" charset="-122"/>
                <a:ea typeface="SimSun" pitchFamily="2" charset="-122"/>
              </a:endParaRPr>
            </a:p>
          </p:txBody>
        </p:sp>
        <p:sp>
          <p:nvSpPr>
            <p:cNvPr id="20" name="Rectangle 5"/>
            <p:cNvSpPr>
              <a:spLocks noChangeArrowheads="1"/>
            </p:cNvSpPr>
            <p:nvPr/>
          </p:nvSpPr>
          <p:spPr bwMode="auto">
            <a:xfrm>
              <a:off x="3347864" y="3645024"/>
              <a:ext cx="1798637" cy="431800"/>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en-US" sz="1400" dirty="0" smtClean="0">
                  <a:latin typeface="SimSun" pitchFamily="2" charset="-122"/>
                  <a:ea typeface="SimSun" pitchFamily="2" charset="-122"/>
                </a:rPr>
                <a:t>维护手动配置模板</a:t>
              </a:r>
              <a:endParaRPr lang="zh-TW" altLang="en-US" sz="1400" dirty="0">
                <a:latin typeface="SimSun" pitchFamily="2" charset="-122"/>
                <a:ea typeface="SimSun" pitchFamily="2" charset="-122"/>
              </a:endParaRPr>
            </a:p>
          </p:txBody>
        </p:sp>
        <p:sp>
          <p:nvSpPr>
            <p:cNvPr id="36" name="Rectangle 5"/>
            <p:cNvSpPr>
              <a:spLocks noChangeArrowheads="1"/>
            </p:cNvSpPr>
            <p:nvPr/>
          </p:nvSpPr>
          <p:spPr bwMode="auto">
            <a:xfrm>
              <a:off x="5869707" y="2276872"/>
              <a:ext cx="1798637" cy="431800"/>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en-US" sz="1400" dirty="0" smtClean="0">
                  <a:latin typeface="SimSun" pitchFamily="2" charset="-122"/>
                  <a:ea typeface="SimSun" pitchFamily="2" charset="-122"/>
                </a:rPr>
                <a:t>维护品号变量分类</a:t>
              </a:r>
              <a:endParaRPr lang="zh-TW" altLang="en-US" sz="1400" dirty="0">
                <a:latin typeface="SimSun" pitchFamily="2" charset="-122"/>
                <a:ea typeface="SimSun" pitchFamily="2" charset="-122"/>
              </a:endParaRPr>
            </a:p>
          </p:txBody>
        </p:sp>
        <p:sp>
          <p:nvSpPr>
            <p:cNvPr id="71" name="Rectangle 5"/>
            <p:cNvSpPr>
              <a:spLocks noChangeArrowheads="1"/>
            </p:cNvSpPr>
            <p:nvPr/>
          </p:nvSpPr>
          <p:spPr bwMode="auto">
            <a:xfrm>
              <a:off x="3205411" y="2276872"/>
              <a:ext cx="1870645" cy="431800"/>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en-US" sz="1400" dirty="0" smtClean="0">
                  <a:latin typeface="SimSun" pitchFamily="2" charset="-122"/>
                  <a:ea typeface="SimSun" pitchFamily="2" charset="-122"/>
                </a:rPr>
                <a:t>维护</a:t>
              </a:r>
              <a:r>
                <a:rPr lang="en-US" altLang="zh-CN" sz="1400" dirty="0" smtClean="0">
                  <a:latin typeface="SimSun" pitchFamily="2" charset="-122"/>
                  <a:ea typeface="SimSun" pitchFamily="2" charset="-122"/>
                </a:rPr>
                <a:t>BOM</a:t>
              </a:r>
              <a:endParaRPr lang="zh-TW" altLang="en-US" sz="1400" dirty="0">
                <a:latin typeface="SimSun" pitchFamily="2" charset="-122"/>
                <a:ea typeface="SimSun" pitchFamily="2" charset="-122"/>
              </a:endParaRPr>
            </a:p>
          </p:txBody>
        </p:sp>
        <p:cxnSp>
          <p:nvCxnSpPr>
            <p:cNvPr id="30" name="直接箭头连接符 29"/>
            <p:cNvCxnSpPr>
              <a:endCxn id="71" idx="0"/>
            </p:cNvCxnSpPr>
            <p:nvPr/>
          </p:nvCxnSpPr>
          <p:spPr>
            <a:xfrm rot="16200000" flipH="1">
              <a:off x="3888315" y="2024453"/>
              <a:ext cx="504056" cy="782"/>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1" name="六边形 30"/>
            <p:cNvSpPr/>
            <p:nvPr/>
          </p:nvSpPr>
          <p:spPr>
            <a:xfrm>
              <a:off x="3203848" y="1268760"/>
              <a:ext cx="1800200" cy="504056"/>
            </a:xfrm>
            <a:prstGeom prst="hexagon">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r>
                <a:rPr lang="zh-CN" altLang="en-US" sz="1400" dirty="0" smtClean="0">
                  <a:latin typeface="SimSun" pitchFamily="2" charset="-122"/>
                  <a:ea typeface="SimSun" pitchFamily="2" charset="-122"/>
                </a:rPr>
                <a:t>开始</a:t>
              </a:r>
              <a:endParaRPr lang="zh-CN" altLang="en-US" sz="1400" dirty="0">
                <a:latin typeface="SimSun" pitchFamily="2" charset="-122"/>
                <a:ea typeface="SimSun" pitchFamily="2" charset="-122"/>
              </a:endParaRPr>
            </a:p>
          </p:txBody>
        </p:sp>
        <p:cxnSp>
          <p:nvCxnSpPr>
            <p:cNvPr id="49" name="直接箭头连接符 48"/>
            <p:cNvCxnSpPr>
              <a:stCxn id="71" idx="2"/>
              <a:endCxn id="16" idx="0"/>
            </p:cNvCxnSpPr>
            <p:nvPr/>
          </p:nvCxnSpPr>
          <p:spPr>
            <a:xfrm rot="16200000" flipH="1">
              <a:off x="3872875" y="2976531"/>
              <a:ext cx="538013" cy="2294"/>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a:endCxn id="14" idx="0"/>
            </p:cNvCxnSpPr>
            <p:nvPr/>
          </p:nvCxnSpPr>
          <p:spPr>
            <a:xfrm rot="16200000" flipH="1">
              <a:off x="3869556" y="4779515"/>
              <a:ext cx="542355" cy="1563"/>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a:stCxn id="36" idx="1"/>
              <a:endCxn id="71" idx="3"/>
            </p:cNvCxnSpPr>
            <p:nvPr/>
          </p:nvCxnSpPr>
          <p:spPr>
            <a:xfrm rot="10800000">
              <a:off x="5076057" y="2492772"/>
              <a:ext cx="793651" cy="1588"/>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88" name="AutoShape 18"/>
          <p:cNvSpPr/>
          <p:nvPr/>
        </p:nvSpPr>
        <p:spPr bwMode="auto">
          <a:xfrm>
            <a:off x="5724128" y="3068960"/>
            <a:ext cx="3024336" cy="3048079"/>
          </a:xfrm>
          <a:prstGeom prst="borderCallout2">
            <a:avLst>
              <a:gd name="adj1" fmla="val 3176"/>
              <a:gd name="adj2" fmla="val -2579"/>
              <a:gd name="adj3" fmla="val 3176"/>
              <a:gd name="adj4" fmla="val -25324"/>
              <a:gd name="adj5" fmla="val -11728"/>
              <a:gd name="adj6" fmla="val -35068"/>
            </a:avLst>
          </a:prstGeom>
        </p:spPr>
        <p:style>
          <a:lnRef idx="1">
            <a:schemeClr val="accent6"/>
          </a:lnRef>
          <a:fillRef idx="2">
            <a:schemeClr val="accent6"/>
          </a:fillRef>
          <a:effectRef idx="1">
            <a:schemeClr val="accent6"/>
          </a:effectRef>
          <a:fontRef idx="minor">
            <a:schemeClr val="dk1"/>
          </a:fontRef>
        </p:style>
        <p:txBody>
          <a:bodyPr wrap="square" tIns="46800" anchor="ctr" anchorCtr="0">
            <a:spAutoFit/>
          </a:bodyPr>
          <a:lstStyle/>
          <a:p>
            <a:pPr>
              <a:lnSpc>
                <a:spcPct val="150000"/>
              </a:lnSpc>
              <a:defRPr/>
            </a:pPr>
            <a:r>
              <a:rPr lang="zh-TW" altLang="en-US" sz="1600" dirty="0" smtClean="0">
                <a:solidFill>
                  <a:srgbClr val="0000CC"/>
                </a:solidFill>
                <a:latin typeface="SimSun" pitchFamily="2" charset="-122"/>
                <a:ea typeface="SimSun" pitchFamily="2" charset="-122"/>
              </a:rPr>
              <a:t>特色</a:t>
            </a:r>
            <a:r>
              <a:rPr lang="en-US" altLang="zh-TW" sz="1600" dirty="0">
                <a:solidFill>
                  <a:srgbClr val="0000CC"/>
                </a:solidFill>
                <a:latin typeface="SimSun" pitchFamily="2" charset="-122"/>
                <a:ea typeface="SimSun" pitchFamily="2" charset="-122"/>
              </a:rPr>
              <a:t>:</a:t>
            </a:r>
            <a:endParaRPr lang="en-US" altLang="zh-TW" sz="1600" dirty="0">
              <a:solidFill>
                <a:srgbClr val="0000CC"/>
              </a:solidFill>
              <a:latin typeface="SimSun" pitchFamily="2" charset="-122"/>
              <a:ea typeface="SimSun" pitchFamily="2" charset="-122"/>
            </a:endParaRPr>
          </a:p>
          <a:p>
            <a:pPr>
              <a:lnSpc>
                <a:spcPct val="150000"/>
              </a:lnSpc>
              <a:defRPr/>
            </a:pPr>
            <a:r>
              <a:rPr lang="en-US" altLang="zh-TW" sz="1600" dirty="0" smtClean="0">
                <a:solidFill>
                  <a:srgbClr val="0000CC"/>
                </a:solidFill>
                <a:latin typeface="SimSun" pitchFamily="2" charset="-122"/>
                <a:ea typeface="SimSun" pitchFamily="2" charset="-122"/>
              </a:rPr>
              <a:t>1</a:t>
            </a:r>
            <a:r>
              <a:rPr lang="zh-CN" altLang="en-US" sz="1600" dirty="0" smtClean="0">
                <a:solidFill>
                  <a:srgbClr val="0000CC"/>
                </a:solidFill>
                <a:latin typeface="SimSun" pitchFamily="2" charset="-122"/>
                <a:ea typeface="SimSun" pitchFamily="2" charset="-122"/>
              </a:rPr>
              <a:t>、建立</a:t>
            </a:r>
            <a:r>
              <a:rPr lang="en-US" altLang="zh-TW" sz="1600" dirty="0" err="1" smtClean="0">
                <a:solidFill>
                  <a:srgbClr val="0000CC"/>
                </a:solidFill>
                <a:latin typeface="SimSun" pitchFamily="2" charset="-122"/>
                <a:ea typeface="SimSun" pitchFamily="2" charset="-122"/>
              </a:rPr>
              <a:t>ConfigBOM</a:t>
            </a:r>
            <a:r>
              <a:rPr lang="zh-CN" altLang="en-US" sz="1600" dirty="0" smtClean="0">
                <a:solidFill>
                  <a:srgbClr val="0000CC"/>
                </a:solidFill>
                <a:latin typeface="SimSun" pitchFamily="2" charset="-122"/>
                <a:ea typeface="SimSun" pitchFamily="2" charset="-122"/>
              </a:rPr>
              <a:t>的主件品号需启用特征码</a:t>
            </a:r>
            <a:endParaRPr lang="en-US" altLang="zh-CN" sz="1600" dirty="0" smtClean="0">
              <a:solidFill>
                <a:srgbClr val="0000CC"/>
              </a:solidFill>
              <a:latin typeface="SimSun" pitchFamily="2" charset="-122"/>
              <a:ea typeface="SimSun" pitchFamily="2" charset="-122"/>
            </a:endParaRPr>
          </a:p>
          <a:p>
            <a:pPr>
              <a:lnSpc>
                <a:spcPct val="150000"/>
              </a:lnSpc>
              <a:defRPr/>
            </a:pPr>
            <a:r>
              <a:rPr lang="en-US" altLang="zh-CN" sz="1600" dirty="0" smtClean="0">
                <a:solidFill>
                  <a:srgbClr val="0000CC"/>
                </a:solidFill>
                <a:latin typeface="SimSun" pitchFamily="2" charset="-122"/>
                <a:ea typeface="SimSun" pitchFamily="2" charset="-122"/>
              </a:rPr>
              <a:t>2</a:t>
            </a:r>
            <a:r>
              <a:rPr lang="zh-CN" altLang="en-US" sz="1600" dirty="0" smtClean="0">
                <a:solidFill>
                  <a:srgbClr val="0000CC"/>
                </a:solidFill>
                <a:latin typeface="SimSun" pitchFamily="2" charset="-122"/>
                <a:ea typeface="SimSun" pitchFamily="2" charset="-122"/>
              </a:rPr>
              <a:t>、</a:t>
            </a:r>
            <a:r>
              <a:rPr lang="en-US" altLang="zh-CN" sz="1600" dirty="0" smtClean="0">
                <a:solidFill>
                  <a:srgbClr val="0000CC"/>
                </a:solidFill>
                <a:latin typeface="SimSun" pitchFamily="2" charset="-122"/>
                <a:ea typeface="SimSun" pitchFamily="2" charset="-122"/>
              </a:rPr>
              <a:t>BOM</a:t>
            </a:r>
            <a:r>
              <a:rPr lang="zh-CN" altLang="en-US" sz="1600" dirty="0" smtClean="0">
                <a:solidFill>
                  <a:srgbClr val="0000CC"/>
                </a:solidFill>
                <a:latin typeface="SimSun" pitchFamily="2" charset="-122"/>
                <a:ea typeface="SimSun" pitchFamily="2" charset="-122"/>
              </a:rPr>
              <a:t>同样可能存在多产出品、取替代料</a:t>
            </a:r>
            <a:endParaRPr lang="en-US" altLang="zh-CN" sz="1600" dirty="0" smtClean="0">
              <a:solidFill>
                <a:srgbClr val="0000CC"/>
              </a:solidFill>
              <a:latin typeface="SimSun" pitchFamily="2" charset="-122"/>
              <a:ea typeface="SimSun" pitchFamily="2" charset="-122"/>
            </a:endParaRPr>
          </a:p>
          <a:p>
            <a:pPr>
              <a:lnSpc>
                <a:spcPct val="150000"/>
              </a:lnSpc>
              <a:defRPr/>
            </a:pPr>
            <a:r>
              <a:rPr lang="en-US" altLang="zh-CN" sz="1600" smtClean="0">
                <a:solidFill>
                  <a:srgbClr val="0000CC"/>
                </a:solidFill>
                <a:latin typeface="SimSun" pitchFamily="2" charset="-122"/>
                <a:ea typeface="SimSun" pitchFamily="2" charset="-122"/>
              </a:rPr>
              <a:t>3</a:t>
            </a:r>
            <a:r>
              <a:rPr lang="zh-CN" altLang="en-US" sz="1600" smtClean="0">
                <a:solidFill>
                  <a:srgbClr val="0000CC"/>
                </a:solidFill>
                <a:latin typeface="SimSun" pitchFamily="2" charset="-122"/>
                <a:ea typeface="SimSun" pitchFamily="2" charset="-122"/>
              </a:rPr>
              <a:t>、单身组件类别可选多类</a:t>
            </a:r>
            <a:r>
              <a:rPr lang="en-US" altLang="zh-CN" sz="1600" smtClean="0">
                <a:solidFill>
                  <a:srgbClr val="0000CC"/>
                </a:solidFill>
                <a:latin typeface="SimSun" pitchFamily="2" charset="-122"/>
                <a:ea typeface="SimSun" pitchFamily="2" charset="-122"/>
              </a:rPr>
              <a:t>,</a:t>
            </a:r>
            <a:r>
              <a:rPr lang="zh-CN" altLang="en-US" sz="1600" dirty="0" smtClean="0">
                <a:solidFill>
                  <a:srgbClr val="0000CC"/>
                </a:solidFill>
                <a:latin typeface="SimSun" pitchFamily="2" charset="-122"/>
                <a:ea typeface="SimSun" pitchFamily="2" charset="-122"/>
              </a:rPr>
              <a:t>自动、手动模板设置</a:t>
            </a:r>
            <a:endParaRPr lang="en-US" altLang="zh-CN" sz="1600" dirty="0" smtClean="0">
              <a:solidFill>
                <a:srgbClr val="0000CC"/>
              </a:solidFill>
              <a:latin typeface="SimSun" pitchFamily="2" charset="-122"/>
              <a:ea typeface="SimSun" pitchFamily="2" charset="-122"/>
            </a:endParaRPr>
          </a:p>
          <a:p>
            <a:pPr>
              <a:lnSpc>
                <a:spcPct val="150000"/>
              </a:lnSpc>
              <a:defRPr/>
            </a:pPr>
            <a:r>
              <a:rPr lang="en-US" altLang="zh-CN" sz="1600" dirty="0" smtClean="0">
                <a:solidFill>
                  <a:srgbClr val="0000CC"/>
                </a:solidFill>
                <a:latin typeface="SimSun" pitchFamily="2" charset="-122"/>
                <a:ea typeface="SimSun" pitchFamily="2" charset="-122"/>
              </a:rPr>
              <a:t>4</a:t>
            </a:r>
            <a:r>
              <a:rPr lang="zh-CN" altLang="en-US" sz="1600" dirty="0" smtClean="0">
                <a:solidFill>
                  <a:srgbClr val="0000CC"/>
                </a:solidFill>
                <a:latin typeface="SimSun" pitchFamily="2" charset="-122"/>
                <a:ea typeface="SimSun" pitchFamily="2" charset="-122"/>
              </a:rPr>
              <a:t>、产品配置约束的浏览</a:t>
            </a:r>
            <a:endParaRPr lang="zh-TW" altLang="en-US" sz="1600" dirty="0">
              <a:solidFill>
                <a:srgbClr val="0000CC"/>
              </a:solidFill>
              <a:latin typeface="SimSun" pitchFamily="2" charset="-122"/>
              <a:ea typeface="SimSun" pitchFamily="2"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253048" y="982663"/>
            <a:ext cx="8424862"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：录入企业生产产品的产品结构物料信息</a:t>
            </a:r>
            <a:endParaRPr lang="zh-CN" altLang="en-US" sz="2000" dirty="0">
              <a:latin typeface="微软雅黑" pitchFamily="34" charset="-122"/>
              <a:ea typeface="微软雅黑" pitchFamily="34" charset="-122"/>
            </a:endParaRPr>
          </a:p>
        </p:txBody>
      </p:sp>
      <p:sp>
        <p:nvSpPr>
          <p:cNvPr id="5" name="TextBox 4"/>
          <p:cNvSpPr txBox="1"/>
          <p:nvPr/>
        </p:nvSpPr>
        <p:spPr>
          <a:xfrm>
            <a:off x="142875" y="1282065"/>
            <a:ext cx="8896985" cy="173736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一个主件品号在同一个工厂下只能有一个</a:t>
            </a:r>
            <a:r>
              <a:rPr lang="en-US" altLang="zh-CN" sz="1800" dirty="0" smtClean="0">
                <a:solidFill>
                  <a:srgbClr val="0D0D0D"/>
                </a:solidFill>
                <a:latin typeface="微软雅黑" charset="0"/>
                <a:ea typeface="微软雅黑" charset="0"/>
              </a:rPr>
              <a:t>BOM</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不启用特征码的主件维护的</a:t>
            </a:r>
            <a:r>
              <a:rPr lang="en-US" altLang="zh-CN" sz="1800" dirty="0" smtClean="0">
                <a:solidFill>
                  <a:srgbClr val="0D0D0D"/>
                </a:solidFill>
                <a:latin typeface="微软雅黑" charset="0"/>
                <a:ea typeface="微软雅黑" charset="0"/>
              </a:rPr>
              <a:t>BOM</a:t>
            </a:r>
            <a:r>
              <a:rPr lang="zh-CN" altLang="en-US" sz="1800" dirty="0" smtClean="0">
                <a:solidFill>
                  <a:srgbClr val="0D0D0D"/>
                </a:solidFill>
                <a:latin typeface="微软雅黑" charset="0"/>
                <a:ea typeface="微软雅黑" charset="0"/>
              </a:rPr>
              <a:t>就是它的标准</a:t>
            </a:r>
            <a:r>
              <a:rPr lang="en-US" altLang="zh-CN" sz="1800" dirty="0" smtClean="0">
                <a:solidFill>
                  <a:srgbClr val="0D0D0D"/>
                </a:solidFill>
                <a:latin typeface="微软雅黑" charset="0"/>
                <a:ea typeface="微软雅黑" charset="0"/>
              </a:rPr>
              <a:t>BOM</a:t>
            </a:r>
            <a:r>
              <a:rPr lang="zh-CN" altLang="en-US" sz="1800" dirty="0" smtClean="0">
                <a:solidFill>
                  <a:srgbClr val="0D0D0D"/>
                </a:solidFill>
                <a:latin typeface="微软雅黑" charset="0"/>
                <a:ea typeface="微软雅黑" charset="0"/>
              </a:rPr>
              <a:t>，单身只有固定元件</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启用特征码的</a:t>
            </a:r>
            <a:r>
              <a:rPr lang="en-US" altLang="zh-CN" sz="1800" dirty="0" smtClean="0">
                <a:solidFill>
                  <a:srgbClr val="0D0D0D"/>
                </a:solidFill>
                <a:latin typeface="微软雅黑" charset="0"/>
                <a:ea typeface="微软雅黑" charset="0"/>
              </a:rPr>
              <a:t>BOM</a:t>
            </a:r>
            <a:r>
              <a:rPr lang="zh-CN" altLang="en-US" sz="1800" dirty="0" smtClean="0">
                <a:solidFill>
                  <a:srgbClr val="0D0D0D"/>
                </a:solidFill>
                <a:latin typeface="微软雅黑" charset="0"/>
                <a:ea typeface="微软雅黑" charset="0"/>
              </a:rPr>
              <a:t>单身可维护配置模板，这时候是</a:t>
            </a:r>
            <a:r>
              <a:rPr lang="en-US" altLang="zh-CN" sz="1800" dirty="0" err="1" smtClean="0">
                <a:solidFill>
                  <a:srgbClr val="0D0D0D"/>
                </a:solidFill>
                <a:latin typeface="微软雅黑" charset="0"/>
                <a:ea typeface="微软雅黑" charset="0"/>
              </a:rPr>
              <a:t>ConfigBom</a:t>
            </a:r>
            <a:r>
              <a:rPr lang="zh-CN" altLang="en-US" sz="1800" dirty="0" smtClean="0">
                <a:solidFill>
                  <a:srgbClr val="0D0D0D"/>
                </a:solidFill>
                <a:latin typeface="微软雅黑" charset="0"/>
                <a:ea typeface="微软雅黑" charset="0"/>
              </a:rPr>
              <a:t>，需通过配置模拟产生</a:t>
            </a:r>
            <a:r>
              <a:rPr lang="en-US" altLang="zh-CN" sz="1800" dirty="0" err="1" smtClean="0">
                <a:solidFill>
                  <a:srgbClr val="0D0D0D"/>
                </a:solidFill>
                <a:latin typeface="微软雅黑" charset="0"/>
                <a:ea typeface="微软雅黑" charset="0"/>
              </a:rPr>
              <a:t>CustomerBom</a:t>
            </a: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a:t>
            </a:r>
            <a:r>
              <a:rPr lang="en-US" altLang="zh-CN" sz="3600" b="1" dirty="0" smtClean="0">
                <a:latin typeface="Microsoft JhengHei" pitchFamily="34" charset="-120"/>
                <a:ea typeface="Microsoft JhengHei" pitchFamily="34" charset="-120"/>
              </a:rPr>
              <a:t>BOM</a:t>
            </a:r>
            <a:r>
              <a:rPr lang="zh-CN" altLang="en-US" sz="3600" b="1" dirty="0" smtClean="0">
                <a:latin typeface="Microsoft JhengHei" pitchFamily="34" charset="-120"/>
                <a:ea typeface="Microsoft JhengHei" pitchFamily="34" charset="-120"/>
              </a:rPr>
              <a:t>信息</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1115695" y="2995930"/>
            <a:ext cx="7123430" cy="3838575"/>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90549" y="1341437"/>
            <a:ext cx="7529540" cy="4392000"/>
          </a:xfrm>
          <a:prstGeom prst="roundRect">
            <a:avLst/>
          </a:prstGeom>
          <a:solidFill>
            <a:schemeClr val="accent1">
              <a:lumMod val="20000"/>
              <a:lumOff val="80000"/>
            </a:schemeClr>
          </a:solidFill>
          <a:ln>
            <a:prstDash val="dash"/>
          </a:ln>
        </p:spPr>
        <p:style>
          <a:lnRef idx="2">
            <a:schemeClr val="accent1"/>
          </a:lnRef>
          <a:fillRef idx="1">
            <a:schemeClr val="lt1"/>
          </a:fillRef>
          <a:effectRef idx="0">
            <a:schemeClr val="accent1"/>
          </a:effectRef>
          <a:fontRef idx="minor">
            <a:schemeClr val="dk1"/>
          </a:fontRef>
        </p:style>
        <p:txBody>
          <a:bodyPr/>
          <a:lstStyle/>
          <a:p>
            <a:pPr algn="ctr">
              <a:defRPr/>
            </a:pPr>
            <a:r>
              <a:rPr lang="zh-CN" altLang="en-US" sz="1800" b="1" dirty="0">
                <a:solidFill>
                  <a:schemeClr val="tx1"/>
                </a:solidFill>
                <a:latin typeface="微软雅黑" charset="0"/>
                <a:ea typeface="微软雅黑" charset="0"/>
              </a:rPr>
              <a:t>重点栏位说明</a:t>
            </a:r>
            <a:endParaRPr lang="en-US" altLang="zh-CN" sz="1800" b="1" dirty="0">
              <a:solidFill>
                <a:schemeClr val="tx1"/>
              </a:solidFill>
              <a:latin typeface="微软雅黑" charset="0"/>
              <a:ea typeface="微软雅黑" charset="0"/>
            </a:endParaRPr>
          </a:p>
          <a:p>
            <a:pPr>
              <a:defRPr/>
            </a:pPr>
            <a:r>
              <a:rPr lang="en-US" altLang="zh-CN" sz="1800" dirty="0" smtClean="0">
                <a:solidFill>
                  <a:schemeClr val="tx1"/>
                </a:solidFill>
                <a:latin typeface="微软雅黑" charset="0"/>
                <a:ea typeface="微软雅黑" charset="0"/>
              </a:rPr>
              <a:t>【</a:t>
            </a:r>
            <a:r>
              <a:rPr lang="zh-CN" altLang="en-US" sz="1800" dirty="0" smtClean="0">
                <a:solidFill>
                  <a:schemeClr val="tx1"/>
                </a:solidFill>
                <a:latin typeface="微软雅黑" charset="0"/>
                <a:ea typeface="微软雅黑" charset="0"/>
              </a:rPr>
              <a:t>引用工厂</a:t>
            </a:r>
            <a:r>
              <a:rPr lang="en-US" altLang="zh-CN" sz="1800" dirty="0" smtClean="0">
                <a:solidFill>
                  <a:schemeClr val="tx1"/>
                </a:solidFill>
                <a:latin typeface="微软雅黑" charset="0"/>
                <a:ea typeface="微软雅黑" charset="0"/>
              </a:rPr>
              <a:t>】</a:t>
            </a:r>
            <a:r>
              <a:rPr lang="zh-CN" altLang="en-US" sz="1800" dirty="0" smtClean="0">
                <a:solidFill>
                  <a:schemeClr val="tx1"/>
                </a:solidFill>
                <a:latin typeface="微软雅黑" charset="0"/>
                <a:ea typeface="微软雅黑" charset="0"/>
              </a:rPr>
              <a:t>当一个工厂的</a:t>
            </a:r>
            <a:r>
              <a:rPr lang="en-US" altLang="zh-CN" sz="1800" dirty="0" smtClean="0">
                <a:solidFill>
                  <a:schemeClr val="tx1"/>
                </a:solidFill>
                <a:latin typeface="微软雅黑" charset="0"/>
                <a:ea typeface="微软雅黑" charset="0"/>
              </a:rPr>
              <a:t>BOM</a:t>
            </a:r>
            <a:r>
              <a:rPr lang="zh-CN" altLang="en-US" sz="1800" dirty="0" smtClean="0">
                <a:solidFill>
                  <a:schemeClr val="tx1"/>
                </a:solidFill>
                <a:latin typeface="微软雅黑" charset="0"/>
                <a:ea typeface="微软雅黑" charset="0"/>
              </a:rPr>
              <a:t>与另一个工厂</a:t>
            </a:r>
            <a:r>
              <a:rPr lang="en-US" altLang="zh-CN" sz="1800" dirty="0" smtClean="0">
                <a:solidFill>
                  <a:schemeClr val="tx1"/>
                </a:solidFill>
                <a:latin typeface="微软雅黑" charset="0"/>
                <a:ea typeface="微软雅黑" charset="0"/>
              </a:rPr>
              <a:t>BOM</a:t>
            </a:r>
            <a:r>
              <a:rPr lang="zh-CN" altLang="en-US" sz="1800" dirty="0" smtClean="0">
                <a:solidFill>
                  <a:schemeClr val="tx1"/>
                </a:solidFill>
                <a:latin typeface="微软雅黑" charset="0"/>
                <a:ea typeface="微软雅黑" charset="0"/>
              </a:rPr>
              <a:t>相同时，可设定其引用关系，而无需重复维护</a:t>
            </a:r>
            <a:r>
              <a:rPr lang="en-US" altLang="zh-CN" sz="1800" dirty="0" smtClean="0">
                <a:solidFill>
                  <a:schemeClr val="tx1"/>
                </a:solidFill>
                <a:latin typeface="微软雅黑" charset="0"/>
                <a:ea typeface="微软雅黑" charset="0"/>
              </a:rPr>
              <a:t>BOM</a:t>
            </a:r>
            <a:r>
              <a:rPr lang="zh-CN" altLang="en-US" sz="1800" dirty="0" smtClean="0">
                <a:solidFill>
                  <a:schemeClr val="tx1"/>
                </a:solidFill>
                <a:latin typeface="微软雅黑" charset="0"/>
                <a:ea typeface="微软雅黑" charset="0"/>
              </a:rPr>
              <a:t>信息。</a:t>
            </a:r>
            <a:endParaRPr lang="en-US" altLang="zh-CN" sz="1800" dirty="0" smtClean="0">
              <a:solidFill>
                <a:schemeClr val="tx1"/>
              </a:solidFill>
              <a:latin typeface="微软雅黑" charset="0"/>
              <a:ea typeface="微软雅黑" charset="0"/>
            </a:endParaRPr>
          </a:p>
          <a:p>
            <a:pPr>
              <a:defRPr/>
            </a:pPr>
            <a:r>
              <a:rPr lang="en-US" altLang="zh-CN" sz="1800" dirty="0" smtClean="0">
                <a:solidFill>
                  <a:schemeClr val="tx1"/>
                </a:solidFill>
                <a:latin typeface="微软雅黑" charset="0"/>
                <a:ea typeface="微软雅黑" charset="0"/>
              </a:rPr>
              <a:t>【</a:t>
            </a:r>
            <a:r>
              <a:rPr lang="zh-CN" altLang="en-US" sz="1800" dirty="0" smtClean="0">
                <a:solidFill>
                  <a:schemeClr val="tx1"/>
                </a:solidFill>
                <a:latin typeface="微软雅黑" charset="0"/>
                <a:ea typeface="微软雅黑" charset="0"/>
              </a:rPr>
              <a:t>版次</a:t>
            </a:r>
            <a:r>
              <a:rPr lang="en-US" altLang="zh-CN" sz="1800" dirty="0" smtClean="0">
                <a:solidFill>
                  <a:schemeClr val="tx1"/>
                </a:solidFill>
                <a:latin typeface="微软雅黑" charset="0"/>
                <a:ea typeface="微软雅黑" charset="0"/>
              </a:rPr>
              <a:t>】BOM</a:t>
            </a:r>
            <a:r>
              <a:rPr lang="zh-CN" altLang="en-US" sz="1800" dirty="0" smtClean="0">
                <a:solidFill>
                  <a:schemeClr val="tx1"/>
                </a:solidFill>
                <a:latin typeface="微软雅黑" charset="0"/>
                <a:ea typeface="微软雅黑" charset="0"/>
              </a:rPr>
              <a:t>经过</a:t>
            </a:r>
            <a:r>
              <a:rPr lang="en-US" altLang="zh-CN" sz="1800" dirty="0" smtClean="0">
                <a:solidFill>
                  <a:schemeClr val="tx1"/>
                </a:solidFill>
                <a:latin typeface="微软雅黑" charset="0"/>
                <a:ea typeface="微软雅黑" charset="0"/>
              </a:rPr>
              <a:t>ECN</a:t>
            </a:r>
            <a:r>
              <a:rPr lang="zh-CN" altLang="en-US" sz="1800" dirty="0" smtClean="0">
                <a:solidFill>
                  <a:schemeClr val="tx1"/>
                </a:solidFill>
                <a:latin typeface="微软雅黑" charset="0"/>
                <a:ea typeface="微软雅黑" charset="0"/>
              </a:rPr>
              <a:t>的次数，记录最大的变更版次。</a:t>
            </a:r>
            <a:endParaRPr lang="en-US" altLang="zh-CN" sz="1800" dirty="0" smtClean="0">
              <a:solidFill>
                <a:schemeClr val="tx1"/>
              </a:solidFill>
              <a:latin typeface="微软雅黑" charset="0"/>
              <a:ea typeface="微软雅黑" charset="0"/>
            </a:endParaRPr>
          </a:p>
          <a:p>
            <a:pPr>
              <a:defRPr/>
            </a:pPr>
            <a:r>
              <a:rPr lang="en-US" altLang="zh-CN" sz="1800" dirty="0" smtClean="0">
                <a:solidFill>
                  <a:schemeClr val="tx1"/>
                </a:solidFill>
                <a:latin typeface="微软雅黑" charset="0"/>
                <a:ea typeface="微软雅黑" charset="0"/>
              </a:rPr>
              <a:t>【</a:t>
            </a:r>
            <a:r>
              <a:rPr lang="zh-CN" altLang="en-US" sz="1800" dirty="0" smtClean="0">
                <a:solidFill>
                  <a:schemeClr val="tx1"/>
                </a:solidFill>
                <a:latin typeface="微软雅黑" charset="0"/>
                <a:ea typeface="微软雅黑" charset="0"/>
              </a:rPr>
              <a:t>类别</a:t>
            </a:r>
            <a:r>
              <a:rPr lang="en-US" altLang="zh-CN" sz="1800" dirty="0" smtClean="0">
                <a:solidFill>
                  <a:schemeClr val="tx1"/>
                </a:solidFill>
                <a:latin typeface="微软雅黑" charset="0"/>
                <a:ea typeface="微软雅黑" charset="0"/>
              </a:rPr>
              <a:t>】</a:t>
            </a:r>
            <a:r>
              <a:rPr lang="zh-CN" altLang="en-US" sz="1800" dirty="0" smtClean="0">
                <a:solidFill>
                  <a:schemeClr val="tx1"/>
                </a:solidFill>
                <a:latin typeface="微软雅黑" charset="0"/>
                <a:ea typeface="微软雅黑" charset="0"/>
              </a:rPr>
              <a:t>可选择固定元件、自动配置模板</a:t>
            </a:r>
            <a:r>
              <a:rPr lang="en-US" altLang="zh-CN" sz="1800" dirty="0" smtClean="0">
                <a:solidFill>
                  <a:schemeClr val="tx1"/>
                </a:solidFill>
                <a:latin typeface="微软雅黑" charset="0"/>
                <a:ea typeface="微软雅黑" charset="0"/>
              </a:rPr>
              <a:t>(</a:t>
            </a:r>
            <a:r>
              <a:rPr lang="zh-CN" altLang="en-US" sz="1800" dirty="0" smtClean="0">
                <a:solidFill>
                  <a:schemeClr val="tx1"/>
                </a:solidFill>
                <a:latin typeface="微软雅黑" charset="0"/>
                <a:ea typeface="微软雅黑" charset="0"/>
              </a:rPr>
              <a:t>主件特征码产生模式</a:t>
            </a:r>
            <a:r>
              <a:rPr lang="en-US" altLang="zh-CN" sz="1800" dirty="0" smtClean="0">
                <a:solidFill>
                  <a:schemeClr val="tx1"/>
                </a:solidFill>
                <a:latin typeface="微软雅黑" charset="0"/>
                <a:ea typeface="微软雅黑" charset="0"/>
              </a:rPr>
              <a:t>=</a:t>
            </a:r>
            <a:r>
              <a:rPr lang="zh-CN" altLang="en-US" sz="1800" dirty="0" smtClean="0">
                <a:solidFill>
                  <a:schemeClr val="tx1"/>
                </a:solidFill>
                <a:latin typeface="微软雅黑" charset="0"/>
                <a:ea typeface="微软雅黑" charset="0"/>
              </a:rPr>
              <a:t>事先定义时可选</a:t>
            </a:r>
            <a:r>
              <a:rPr lang="en-US" altLang="zh-CN" sz="1800" dirty="0" smtClean="0">
                <a:solidFill>
                  <a:schemeClr val="tx1"/>
                </a:solidFill>
                <a:latin typeface="微软雅黑" charset="0"/>
                <a:ea typeface="微软雅黑" charset="0"/>
              </a:rPr>
              <a:t>)</a:t>
            </a:r>
            <a:r>
              <a:rPr lang="zh-CN" altLang="en-US" sz="1800" dirty="0" smtClean="0">
                <a:solidFill>
                  <a:schemeClr val="tx1"/>
                </a:solidFill>
                <a:latin typeface="微软雅黑" charset="0"/>
                <a:ea typeface="微软雅黑" charset="0"/>
              </a:rPr>
              <a:t>、手动配置模板</a:t>
            </a:r>
            <a:r>
              <a:rPr lang="en-US" altLang="zh-CN" sz="1800" dirty="0" smtClean="0">
                <a:solidFill>
                  <a:schemeClr val="tx1"/>
                </a:solidFill>
                <a:latin typeface="微软雅黑" charset="0"/>
                <a:ea typeface="微软雅黑" charset="0"/>
              </a:rPr>
              <a:t>(</a:t>
            </a:r>
            <a:r>
              <a:rPr lang="zh-CN" altLang="en-US" sz="1800" dirty="0" smtClean="0">
                <a:solidFill>
                  <a:schemeClr val="tx1"/>
                </a:solidFill>
                <a:latin typeface="微软雅黑" charset="0"/>
                <a:ea typeface="微软雅黑" charset="0"/>
              </a:rPr>
              <a:t>主件特征码产生模式</a:t>
            </a:r>
            <a:r>
              <a:rPr lang="en-US" altLang="zh-CN" sz="1800" dirty="0" smtClean="0">
                <a:solidFill>
                  <a:schemeClr val="tx1"/>
                </a:solidFill>
                <a:latin typeface="微软雅黑" charset="0"/>
                <a:ea typeface="微软雅黑" charset="0"/>
              </a:rPr>
              <a:t>=CTO</a:t>
            </a:r>
            <a:r>
              <a:rPr lang="zh-CN" altLang="en-US" sz="1800" dirty="0" smtClean="0">
                <a:solidFill>
                  <a:schemeClr val="tx1"/>
                </a:solidFill>
                <a:latin typeface="微软雅黑" charset="0"/>
                <a:ea typeface="微软雅黑" charset="0"/>
              </a:rPr>
              <a:t>配置产生时可选）</a:t>
            </a:r>
            <a:endParaRPr lang="en-US" altLang="zh-CN" sz="1800" dirty="0" smtClean="0">
              <a:solidFill>
                <a:schemeClr val="tx1"/>
              </a:solidFill>
              <a:latin typeface="微软雅黑" charset="0"/>
              <a:ea typeface="微软雅黑" charset="0"/>
            </a:endParaRPr>
          </a:p>
          <a:p>
            <a:pPr>
              <a:defRPr/>
            </a:pPr>
            <a:r>
              <a:rPr lang="en-US" altLang="zh-CN" sz="1800" dirty="0" smtClean="0">
                <a:solidFill>
                  <a:schemeClr val="tx1"/>
                </a:solidFill>
                <a:latin typeface="微软雅黑" charset="0"/>
                <a:ea typeface="微软雅黑" charset="0"/>
              </a:rPr>
              <a:t>【</a:t>
            </a:r>
            <a:r>
              <a:rPr lang="zh-CN" altLang="en-US" sz="1800" dirty="0" smtClean="0">
                <a:solidFill>
                  <a:schemeClr val="tx1"/>
                </a:solidFill>
                <a:latin typeface="微软雅黑" charset="0"/>
                <a:ea typeface="微软雅黑" charset="0"/>
              </a:rPr>
              <a:t>固定损耗量</a:t>
            </a:r>
            <a:r>
              <a:rPr lang="en-US" altLang="zh-CN" sz="1800" dirty="0" smtClean="0">
                <a:solidFill>
                  <a:schemeClr val="tx1"/>
                </a:solidFill>
                <a:latin typeface="微软雅黑" charset="0"/>
                <a:ea typeface="微软雅黑" charset="0"/>
              </a:rPr>
              <a:t>】</a:t>
            </a:r>
            <a:r>
              <a:rPr lang="zh-TW" altLang="en-US" sz="1800" dirty="0" smtClean="0">
                <a:solidFill>
                  <a:schemeClr val="tx1"/>
                </a:solidFill>
                <a:latin typeface="微软雅黑" charset="0"/>
                <a:ea typeface="微软雅黑" charset="0"/>
              </a:rPr>
              <a:t>生产制造主件的过程中不受生产批量的影响，只要投入生产就有一个固定的标准损耗量。</a:t>
            </a:r>
            <a:endParaRPr lang="en-US" altLang="zh-TW" sz="1800" dirty="0" smtClean="0">
              <a:solidFill>
                <a:schemeClr val="tx1"/>
              </a:solidFill>
              <a:latin typeface="微软雅黑" charset="0"/>
              <a:ea typeface="微软雅黑" charset="0"/>
            </a:endParaRPr>
          </a:p>
          <a:p>
            <a:pPr>
              <a:defRPr/>
            </a:pPr>
            <a:r>
              <a:rPr lang="en-US" altLang="zh-CN" sz="1800" dirty="0" smtClean="0">
                <a:solidFill>
                  <a:schemeClr val="tx1"/>
                </a:solidFill>
                <a:latin typeface="微软雅黑" charset="0"/>
                <a:ea typeface="微软雅黑" charset="0"/>
              </a:rPr>
              <a:t>【</a:t>
            </a:r>
            <a:r>
              <a:rPr lang="zh-CN" altLang="en-US" sz="1800" dirty="0" smtClean="0">
                <a:solidFill>
                  <a:schemeClr val="tx1"/>
                </a:solidFill>
                <a:latin typeface="微软雅黑" charset="0"/>
                <a:ea typeface="微软雅黑" charset="0"/>
              </a:rPr>
              <a:t>变动损耗率</a:t>
            </a:r>
            <a:r>
              <a:rPr lang="en-US" altLang="zh-CN" sz="1800" dirty="0" smtClean="0">
                <a:solidFill>
                  <a:schemeClr val="tx1"/>
                </a:solidFill>
                <a:latin typeface="微软雅黑" charset="0"/>
                <a:ea typeface="微软雅黑" charset="0"/>
              </a:rPr>
              <a:t>】</a:t>
            </a:r>
            <a:r>
              <a:rPr lang="zh-TW" altLang="en-US" sz="1800" dirty="0" smtClean="0">
                <a:solidFill>
                  <a:schemeClr val="tx1"/>
                </a:solidFill>
                <a:latin typeface="微软雅黑" charset="0"/>
                <a:ea typeface="微软雅黑" charset="0"/>
              </a:rPr>
              <a:t>生产制造主件过程中的标准损耗率，受生产批量影响，批量越大，损耗越大。</a:t>
            </a:r>
            <a:endParaRPr lang="en-US" altLang="zh-TW" sz="1800" dirty="0" smtClean="0">
              <a:solidFill>
                <a:schemeClr val="tx1"/>
              </a:solidFill>
              <a:latin typeface="微软雅黑" charset="0"/>
              <a:ea typeface="微软雅黑" charset="0"/>
            </a:endParaRPr>
          </a:p>
          <a:p>
            <a:pPr>
              <a:defRPr/>
            </a:pPr>
            <a:r>
              <a:rPr lang="en-US" altLang="zh-CN" sz="1800" dirty="0" smtClean="0">
                <a:solidFill>
                  <a:schemeClr val="tx1"/>
                </a:solidFill>
                <a:latin typeface="微软雅黑" charset="0"/>
                <a:ea typeface="微软雅黑" charset="0"/>
              </a:rPr>
              <a:t>【</a:t>
            </a:r>
            <a:r>
              <a:rPr lang="zh-CN" altLang="en-US" sz="1800" dirty="0" smtClean="0">
                <a:solidFill>
                  <a:schemeClr val="tx1"/>
                </a:solidFill>
                <a:latin typeface="微软雅黑" charset="0"/>
                <a:ea typeface="微软雅黑" charset="0"/>
              </a:rPr>
              <a:t>超领率</a:t>
            </a:r>
            <a:r>
              <a:rPr lang="en-US" altLang="zh-CN" sz="1800" dirty="0" smtClean="0">
                <a:solidFill>
                  <a:schemeClr val="tx1"/>
                </a:solidFill>
                <a:latin typeface="微软雅黑" charset="0"/>
                <a:ea typeface="微软雅黑" charset="0"/>
              </a:rPr>
              <a:t>】</a:t>
            </a:r>
            <a:r>
              <a:rPr lang="zh-TW" altLang="en-US" sz="1800" dirty="0" smtClean="0">
                <a:solidFill>
                  <a:schemeClr val="tx1"/>
                </a:solidFill>
                <a:latin typeface="微软雅黑" charset="0"/>
                <a:ea typeface="微软雅黑" charset="0"/>
              </a:rPr>
              <a:t>生产领料过程中，此材料领料总量可超出额定用量的比率。</a:t>
            </a:r>
            <a:endParaRPr lang="en-US" altLang="zh-TW" sz="1800" dirty="0" smtClean="0">
              <a:solidFill>
                <a:schemeClr val="tx1"/>
              </a:solidFill>
              <a:latin typeface="微软雅黑" charset="0"/>
              <a:ea typeface="微软雅黑" charset="0"/>
            </a:endParaRPr>
          </a:p>
          <a:p>
            <a:pPr>
              <a:defRPr/>
            </a:pPr>
            <a:r>
              <a:rPr lang="en-US" altLang="zh-CN" sz="1800" dirty="0" smtClean="0">
                <a:solidFill>
                  <a:schemeClr val="tx1"/>
                </a:solidFill>
                <a:latin typeface="微软雅黑" charset="0"/>
                <a:ea typeface="微软雅黑" charset="0"/>
              </a:rPr>
              <a:t>【</a:t>
            </a:r>
            <a:r>
              <a:rPr lang="zh-CN" altLang="en-US" sz="1800" dirty="0" smtClean="0">
                <a:solidFill>
                  <a:schemeClr val="tx1"/>
                </a:solidFill>
                <a:latin typeface="微软雅黑" charset="0"/>
                <a:ea typeface="微软雅黑" charset="0"/>
              </a:rPr>
              <a:t>缺领率</a:t>
            </a:r>
            <a:r>
              <a:rPr lang="en-US" altLang="zh-CN" sz="1800" dirty="0" smtClean="0">
                <a:solidFill>
                  <a:schemeClr val="tx1"/>
                </a:solidFill>
                <a:latin typeface="微软雅黑" charset="0"/>
                <a:ea typeface="微软雅黑" charset="0"/>
              </a:rPr>
              <a:t>】</a:t>
            </a:r>
            <a:r>
              <a:rPr lang="zh-TW" altLang="en-US" sz="1800" dirty="0" smtClean="0">
                <a:solidFill>
                  <a:schemeClr val="tx1"/>
                </a:solidFill>
                <a:latin typeface="微软雅黑" charset="0"/>
                <a:ea typeface="微软雅黑" charset="0"/>
              </a:rPr>
              <a:t>生产领料过程中，此材料领料总量可低于额定用量的比率。</a:t>
            </a:r>
            <a:endParaRPr lang="zh-CN" altLang="en-US" sz="1800" dirty="0" smtClean="0">
              <a:solidFill>
                <a:schemeClr val="tx1"/>
              </a:solidFill>
              <a:latin typeface="微软雅黑" charset="0"/>
              <a:ea typeface="微软雅黑" charset="0"/>
            </a:endParaRPr>
          </a:p>
          <a:p>
            <a:pPr>
              <a:defRPr/>
            </a:pPr>
            <a:endParaRPr lang="en-US" altLang="zh-CN" sz="1800" dirty="0" smtClean="0">
              <a:solidFill>
                <a:schemeClr val="tx1"/>
              </a:solidFill>
              <a:latin typeface="微软雅黑" charset="0"/>
              <a:ea typeface="微软雅黑" charset="0"/>
            </a:endParaRPr>
          </a:p>
          <a:p>
            <a:pPr>
              <a:defRPr/>
            </a:pPr>
            <a:endParaRPr lang="en-US" altLang="zh-CN" sz="1800" dirty="0">
              <a:solidFill>
                <a:srgbClr val="006600"/>
              </a:solidFill>
              <a:latin typeface="微软雅黑" charset="0"/>
              <a:ea typeface="微软雅黑" charset="0"/>
            </a:endParaRPr>
          </a:p>
          <a:p>
            <a:pPr>
              <a:defRPr/>
            </a:pPr>
            <a:endParaRPr lang="en-US" altLang="zh-CN" sz="1800" b="1" dirty="0">
              <a:solidFill>
                <a:srgbClr val="006600"/>
              </a:solidFill>
              <a:latin typeface="微软雅黑" charset="0"/>
              <a:ea typeface="微软雅黑" charset="0"/>
            </a:endParaRPr>
          </a:p>
          <a:p>
            <a:pPr>
              <a:defRPr/>
            </a:pPr>
            <a:endParaRPr lang="en-US" altLang="zh-CN" sz="1800" b="1" dirty="0">
              <a:solidFill>
                <a:srgbClr val="006600"/>
              </a:solidFill>
              <a:latin typeface="微软雅黑" charset="0"/>
              <a:ea typeface="微软雅黑" charset="0"/>
            </a:endParaRPr>
          </a:p>
          <a:p>
            <a:pPr>
              <a:defRPr/>
            </a:pPr>
            <a:endParaRPr lang="en-US" altLang="zh-CN" sz="1800" b="1" dirty="0">
              <a:solidFill>
                <a:srgbClr val="006600"/>
              </a:solidFill>
              <a:latin typeface="微软雅黑" charset="0"/>
              <a:ea typeface="微软雅黑" charset="0"/>
            </a:endParaRPr>
          </a:p>
          <a:p>
            <a:pPr>
              <a:defRPr/>
            </a:pPr>
            <a:endParaRPr lang="en-US" altLang="zh-CN" sz="1800" b="1" dirty="0">
              <a:solidFill>
                <a:srgbClr val="006600"/>
              </a:solidFill>
              <a:latin typeface="微软雅黑" charset="0"/>
              <a:ea typeface="微软雅黑" charset="0"/>
            </a:endParaRPr>
          </a:p>
          <a:p>
            <a:pPr>
              <a:defRPr/>
            </a:pPr>
            <a:endParaRPr lang="en-US" altLang="zh-CN" sz="1800" b="1" dirty="0">
              <a:solidFill>
                <a:srgbClr val="006600"/>
              </a:solidFill>
              <a:latin typeface="微软雅黑" charset="0"/>
              <a:ea typeface="微软雅黑" charset="0"/>
            </a:endParaRPr>
          </a:p>
          <a:p>
            <a:pPr>
              <a:defRPr/>
            </a:pPr>
            <a:endParaRPr lang="en-US" altLang="zh-CN" sz="1800" b="1" dirty="0">
              <a:solidFill>
                <a:srgbClr val="006600"/>
              </a:solidFill>
              <a:latin typeface="微软雅黑" charset="0"/>
              <a:ea typeface="微软雅黑" charset="0"/>
            </a:endParaRPr>
          </a:p>
          <a:p>
            <a:pPr>
              <a:defRPr/>
            </a:pPr>
            <a:r>
              <a:rPr lang="en-US" altLang="zh-CN" sz="1800" b="1" dirty="0">
                <a:solidFill>
                  <a:srgbClr val="006600"/>
                </a:solidFill>
                <a:latin typeface="微软雅黑" charset="0"/>
                <a:ea typeface="微软雅黑" charset="0"/>
              </a:rPr>
              <a:t>     </a:t>
            </a:r>
            <a:endParaRPr lang="en-US" altLang="zh-CN" sz="1800" dirty="0">
              <a:solidFill>
                <a:schemeClr val="tx1"/>
              </a:solidFill>
              <a:latin typeface="微软雅黑" charset="0"/>
              <a:ea typeface="微软雅黑" charset="0"/>
            </a:endParaRPr>
          </a:p>
          <a:p>
            <a:pPr>
              <a:spcBef>
                <a:spcPct val="50000"/>
              </a:spcBef>
              <a:defRPr/>
            </a:pPr>
            <a:r>
              <a:rPr lang="zh-TW" altLang="en-US" sz="1800" b="1" dirty="0">
                <a:solidFill>
                  <a:schemeClr val="tx1"/>
                </a:solidFill>
                <a:effectLst>
                  <a:outerShdw blurRad="38100" dist="38100" dir="2700000" algn="tl">
                    <a:srgbClr val="C0C0C0"/>
                  </a:outerShdw>
                </a:effectLst>
                <a:latin typeface="微软雅黑" charset="0"/>
                <a:ea typeface="微软雅黑" charset="0"/>
              </a:rPr>
              <a:t> </a:t>
            </a:r>
            <a:endParaRPr lang="en-US" altLang="zh-TW" sz="1800" b="1" dirty="0">
              <a:solidFill>
                <a:srgbClr val="006600"/>
              </a:solidFill>
              <a:latin typeface="微软雅黑" charset="0"/>
              <a:ea typeface="微软雅黑" charset="0"/>
            </a:endParaRPr>
          </a:p>
        </p:txBody>
      </p:sp>
      <p:sp>
        <p:nvSpPr>
          <p:cNvPr id="3" name="TextBox 2"/>
          <p:cNvSpPr txBox="1"/>
          <p:nvPr/>
        </p:nvSpPr>
        <p:spPr>
          <a:xfrm>
            <a:off x="827088" y="5805512"/>
            <a:ext cx="7345362" cy="972000"/>
          </a:xfrm>
          <a:prstGeom prst="roundRect">
            <a:avLst/>
          </a:prstGeom>
          <a:solidFill>
            <a:schemeClr val="accent3">
              <a:lumMod val="40000"/>
              <a:lumOff val="60000"/>
            </a:schemeClr>
          </a:solidFill>
          <a:ln>
            <a:prstDash val="dash"/>
          </a:ln>
        </p:spPr>
        <p:style>
          <a:lnRef idx="2">
            <a:schemeClr val="accent1"/>
          </a:lnRef>
          <a:fillRef idx="1">
            <a:schemeClr val="lt1"/>
          </a:fillRef>
          <a:effectRef idx="0">
            <a:schemeClr val="accent1"/>
          </a:effectRef>
          <a:fontRef idx="minor">
            <a:schemeClr val="dk1"/>
          </a:fontRef>
        </p:style>
        <p:txBody>
          <a:bodyPr/>
          <a:lstStyle/>
          <a:p>
            <a:pPr algn="ctr">
              <a:defRPr/>
            </a:pPr>
            <a:r>
              <a:rPr lang="zh-CN" altLang="en-US" b="1" dirty="0">
                <a:solidFill>
                  <a:schemeClr val="tx1"/>
                </a:solidFill>
                <a:latin typeface="微软雅黑" charset="0"/>
                <a:ea typeface="微软雅黑" charset="0"/>
              </a:rPr>
              <a:t>应用注意事项</a:t>
            </a:r>
            <a:endParaRPr lang="en-US" altLang="zh-CN" b="1" dirty="0">
              <a:solidFill>
                <a:schemeClr val="tx1"/>
              </a:solidFill>
              <a:latin typeface="微软雅黑" charset="0"/>
              <a:ea typeface="微软雅黑" charset="0"/>
            </a:endParaRPr>
          </a:p>
          <a:p>
            <a:pPr marL="285750" indent="-285750">
              <a:buFont typeface="Wingdings" pitchFamily="2" charset="2"/>
              <a:buChar char="u"/>
              <a:defRPr/>
            </a:pPr>
            <a:r>
              <a:rPr lang="zh-CN" altLang="en-US" dirty="0" smtClean="0">
                <a:solidFill>
                  <a:schemeClr val="tx1"/>
                </a:solidFill>
                <a:latin typeface="微软雅黑" charset="0"/>
                <a:ea typeface="微软雅黑" charset="0"/>
              </a:rPr>
              <a:t>品号工厂存在信息时才可以建立</a:t>
            </a:r>
            <a:r>
              <a:rPr lang="en-US" altLang="zh-CN" dirty="0" smtClean="0">
                <a:solidFill>
                  <a:schemeClr val="tx1"/>
                </a:solidFill>
                <a:latin typeface="微软雅黑" charset="0"/>
                <a:ea typeface="微软雅黑" charset="0"/>
              </a:rPr>
              <a:t>BOM</a:t>
            </a:r>
            <a:endParaRPr lang="en-US" altLang="zh-CN" dirty="0" smtClean="0">
              <a:solidFill>
                <a:schemeClr val="tx1"/>
              </a:solidFill>
              <a:latin typeface="微软雅黑" charset="0"/>
              <a:ea typeface="微软雅黑" charset="0"/>
            </a:endParaRPr>
          </a:p>
          <a:p>
            <a:pPr marL="285750" indent="-285750">
              <a:buFont typeface="Wingdings" pitchFamily="2" charset="2"/>
              <a:buChar char="u"/>
              <a:defRPr/>
            </a:pPr>
            <a:r>
              <a:rPr lang="zh-CN" altLang="en-US" dirty="0" smtClean="0">
                <a:solidFill>
                  <a:schemeClr val="tx1"/>
                </a:solidFill>
                <a:latin typeface="微软雅黑" charset="0"/>
                <a:ea typeface="微软雅黑" charset="0"/>
              </a:rPr>
              <a:t>建立的</a:t>
            </a:r>
            <a:r>
              <a:rPr lang="en-US" altLang="zh-CN" dirty="0" smtClean="0">
                <a:solidFill>
                  <a:schemeClr val="tx1"/>
                </a:solidFill>
                <a:latin typeface="微软雅黑" charset="0"/>
                <a:ea typeface="微软雅黑" charset="0"/>
              </a:rPr>
              <a:t>BOM</a:t>
            </a:r>
            <a:r>
              <a:rPr lang="zh-CN" altLang="en-US" dirty="0" smtClean="0">
                <a:solidFill>
                  <a:schemeClr val="tx1"/>
                </a:solidFill>
                <a:latin typeface="微软雅黑" charset="0"/>
                <a:ea typeface="微软雅黑" charset="0"/>
              </a:rPr>
              <a:t>需生效后才可被后续作业使用。</a:t>
            </a:r>
            <a:endParaRPr lang="en-US" altLang="zh-CN" dirty="0">
              <a:solidFill>
                <a:schemeClr val="tx1"/>
              </a:solidFill>
              <a:latin typeface="微软雅黑" charset="0"/>
              <a:ea typeface="微软雅黑" charset="0"/>
            </a:endParaRPr>
          </a:p>
        </p:txBody>
      </p:sp>
      <p:sp>
        <p:nvSpPr>
          <p:cNvPr id="61444" name="文字方塊 1"/>
          <p:cNvSpPr txBox="1">
            <a:spLocks noChangeArrowheads="1"/>
          </p:cNvSpPr>
          <p:nvPr/>
        </p:nvSpPr>
        <p:spPr bwMode="auto">
          <a:xfrm>
            <a:off x="0" y="571500"/>
            <a:ext cx="9144000" cy="646113"/>
          </a:xfrm>
          <a:prstGeom prst="rect">
            <a:avLst/>
          </a:prstGeom>
          <a:noFill/>
          <a:ln w="9525">
            <a:noFill/>
            <a:miter lim="800000"/>
          </a:ln>
        </p:spPr>
        <p:txBody>
          <a:bodyPr>
            <a:spAutoFit/>
          </a:bodyPr>
          <a:lstStyle/>
          <a:p>
            <a:pPr algn="ctr"/>
            <a:r>
              <a:rPr lang="zh-CN" altLang="en-US" sz="3600" b="1" dirty="0" smtClean="0">
                <a:latin typeface="SimHei" pitchFamily="49" charset="-122"/>
                <a:ea typeface="SimHei" pitchFamily="49" charset="-122"/>
              </a:rPr>
              <a:t>日常作业操作</a:t>
            </a:r>
            <a:r>
              <a:rPr lang="zh-TW" altLang="en-US" sz="3600" b="1" dirty="0" smtClean="0">
                <a:latin typeface="SimHei" pitchFamily="49" charset="-122"/>
                <a:ea typeface="SimHei" pitchFamily="49" charset="-122"/>
              </a:rPr>
              <a:t>－</a:t>
            </a:r>
            <a:r>
              <a:rPr lang="zh-CN" altLang="en-US" sz="3600" b="1" dirty="0" smtClean="0">
                <a:latin typeface="SimHei" pitchFamily="49" charset="-122"/>
                <a:ea typeface="SimHei" pitchFamily="49" charset="-122"/>
              </a:rPr>
              <a:t>维护</a:t>
            </a:r>
            <a:r>
              <a:rPr lang="en-US" altLang="zh-CN" sz="3600" b="1" dirty="0" smtClean="0">
                <a:latin typeface="SimHei" pitchFamily="49" charset="-122"/>
                <a:ea typeface="SimHei" pitchFamily="49" charset="-122"/>
              </a:rPr>
              <a:t>BOM</a:t>
            </a:r>
            <a:r>
              <a:rPr lang="zh-CN" altLang="en-US" sz="3600" b="1" dirty="0" smtClean="0">
                <a:latin typeface="SimHei" pitchFamily="49" charset="-122"/>
                <a:ea typeface="SimHei" pitchFamily="49" charset="-122"/>
              </a:rPr>
              <a:t>信息</a:t>
            </a:r>
            <a:endParaRPr lang="zh-TW" altLang="en-US" sz="3600" b="1" dirty="0">
              <a:latin typeface="SimHei" pitchFamily="49" charset="-122"/>
              <a:ea typeface="SimHei" pitchFamily="49"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投影片編號版面配置區 2"/>
          <p:cNvSpPr txBox="1"/>
          <p:nvPr/>
        </p:nvSpPr>
        <p:spPr bwMode="auto">
          <a:xfrm>
            <a:off x="8550275" y="6383338"/>
            <a:ext cx="719138" cy="476250"/>
          </a:xfrm>
          <a:prstGeom prst="rect">
            <a:avLst/>
          </a:prstGeom>
          <a:noFill/>
          <a:ln w="9525">
            <a:noFill/>
            <a:miter lim="800000"/>
          </a:ln>
        </p:spPr>
        <p:txBody>
          <a:bodyPr/>
          <a:lstStyle/>
          <a:p>
            <a:fld id="{D3C3A733-9116-48AF-8239-7A570A5DF8A5}" type="slidenum">
              <a:rPr lang="en-US" altLang="zh-TW"/>
            </a:fld>
            <a:endParaRPr lang="en-US" altLang="zh-TW"/>
          </a:p>
        </p:txBody>
      </p:sp>
      <p:sp>
        <p:nvSpPr>
          <p:cNvPr id="24" name="矩形 23"/>
          <p:cNvSpPr/>
          <p:nvPr/>
        </p:nvSpPr>
        <p:spPr>
          <a:xfrm>
            <a:off x="2071370" y="928370"/>
            <a:ext cx="5201285" cy="4985385"/>
          </a:xfrm>
          <a:prstGeom prst="rect">
            <a:avLst/>
          </a:prstGeom>
        </p:spPr>
        <p:txBody>
          <a:bodyPr wrap="square">
            <a:spAutoFit/>
          </a:bodyPr>
          <a:lstStyle/>
          <a:p>
            <a:r>
              <a:rPr lang="en-US" altLang="zh-CN" sz="1600" dirty="0" smtClean="0">
                <a:latin typeface="微软雅黑" charset="0"/>
                <a:ea typeface="微软雅黑" charset="0"/>
              </a:rPr>
              <a:t>BOM</a:t>
            </a:r>
            <a:r>
              <a:rPr lang="zh-CN" altLang="en-US" sz="1600" dirty="0" smtClean="0">
                <a:latin typeface="微软雅黑" charset="0"/>
                <a:ea typeface="微软雅黑" charset="0"/>
              </a:rPr>
              <a:t>单身有</a:t>
            </a:r>
            <a:r>
              <a:rPr lang="en-US" altLang="zh-CN" sz="1600" dirty="0" smtClean="0">
                <a:latin typeface="微软雅黑" charset="0"/>
                <a:ea typeface="微软雅黑" charset="0"/>
              </a:rPr>
              <a:t>4</a:t>
            </a:r>
            <a:r>
              <a:rPr lang="zh-CN" altLang="en-US" sz="1600" dirty="0" smtClean="0">
                <a:latin typeface="微软雅黑" charset="0"/>
                <a:ea typeface="微软雅黑" charset="0"/>
              </a:rPr>
              <a:t>种元件类型的记录</a:t>
            </a:r>
            <a:r>
              <a:rPr lang="en-US" altLang="zh-CN" sz="1600" dirty="0" smtClean="0">
                <a:latin typeface="微软雅黑" charset="0"/>
                <a:ea typeface="微软雅黑" charset="0"/>
              </a:rPr>
              <a:t>,</a:t>
            </a:r>
            <a:r>
              <a:rPr lang="zh-CN" altLang="en-US" sz="1600" dirty="0" smtClean="0">
                <a:solidFill>
                  <a:srgbClr val="3333FF"/>
                </a:solidFill>
                <a:latin typeface="微软雅黑" charset="0"/>
                <a:ea typeface="微软雅黑" charset="0"/>
              </a:rPr>
              <a:t>主件特征码</a:t>
            </a:r>
            <a:r>
              <a:rPr lang="zh-CN" altLang="en-US" sz="1600" dirty="0" smtClean="0">
                <a:latin typeface="微软雅黑" charset="0"/>
                <a:ea typeface="微软雅黑" charset="0"/>
              </a:rPr>
              <a:t>记录字段</a:t>
            </a:r>
            <a:endParaRPr lang="en-US" altLang="zh-CN" sz="1600" dirty="0" smtClean="0">
              <a:latin typeface="微软雅黑" charset="0"/>
              <a:ea typeface="微软雅黑" charset="0"/>
            </a:endParaRPr>
          </a:p>
          <a:p>
            <a:r>
              <a:rPr lang="en-US" altLang="zh-CN" sz="1600" b="1" dirty="0" smtClean="0">
                <a:latin typeface="微软雅黑" charset="0"/>
                <a:ea typeface="微软雅黑" charset="0"/>
              </a:rPr>
              <a:t>1.</a:t>
            </a:r>
            <a:r>
              <a:rPr lang="zh-CN" altLang="en-US" sz="1600" b="1" dirty="0" smtClean="0">
                <a:latin typeface="微软雅黑" charset="0"/>
                <a:ea typeface="微软雅黑" charset="0"/>
              </a:rPr>
              <a:t>固定元件</a:t>
            </a:r>
            <a:endParaRPr lang="en-US" altLang="zh-CN" sz="1600" b="1" dirty="0" smtClean="0">
              <a:latin typeface="微软雅黑" charset="0"/>
              <a:ea typeface="微软雅黑" charset="0"/>
            </a:endParaRPr>
          </a:p>
          <a:p>
            <a:r>
              <a:rPr lang="en-US" altLang="zh-CN" sz="1600" dirty="0" smtClean="0">
                <a:latin typeface="微软雅黑" charset="0"/>
                <a:ea typeface="微软雅黑" charset="0"/>
              </a:rPr>
              <a:t>   </a:t>
            </a:r>
            <a:r>
              <a:rPr lang="zh-CN" altLang="en-US" sz="1600" dirty="0" smtClean="0">
                <a:latin typeface="微软雅黑" charset="0"/>
                <a:ea typeface="微软雅黑" charset="0"/>
              </a:rPr>
              <a:t>无论成品特征差异而都必须有的元件（通用部件）</a:t>
            </a:r>
            <a:endParaRPr lang="en-US" altLang="zh-CN" sz="1600" dirty="0" smtClean="0">
              <a:latin typeface="微软雅黑" charset="0"/>
              <a:ea typeface="微软雅黑" charset="0"/>
            </a:endParaRPr>
          </a:p>
          <a:p>
            <a:endParaRPr lang="en-US" altLang="zh-CN" sz="1600" dirty="0" smtClean="0">
              <a:latin typeface="微软雅黑" charset="0"/>
              <a:ea typeface="微软雅黑" charset="0"/>
            </a:endParaRPr>
          </a:p>
          <a:p>
            <a:r>
              <a:rPr lang="en-US" altLang="zh-CN" sz="1600" b="1" dirty="0" smtClean="0">
                <a:latin typeface="微软雅黑" charset="0"/>
                <a:ea typeface="微软雅黑" charset="0"/>
              </a:rPr>
              <a:t>2.</a:t>
            </a:r>
            <a:r>
              <a:rPr lang="zh-CN" altLang="en-US" sz="1600" b="1" dirty="0" smtClean="0">
                <a:latin typeface="微软雅黑" charset="0"/>
                <a:ea typeface="微软雅黑" charset="0"/>
              </a:rPr>
              <a:t>自动配置模板</a:t>
            </a:r>
            <a:endParaRPr lang="en-US" altLang="zh-CN" sz="1600" b="1" dirty="0" smtClean="0">
              <a:latin typeface="微软雅黑" charset="0"/>
              <a:ea typeface="微软雅黑" charset="0"/>
            </a:endParaRPr>
          </a:p>
          <a:p>
            <a:r>
              <a:rPr lang="en-US" altLang="zh-CN" sz="1600" dirty="0" smtClean="0">
                <a:latin typeface="微软雅黑" charset="0"/>
                <a:ea typeface="微软雅黑" charset="0"/>
              </a:rPr>
              <a:t>   </a:t>
            </a:r>
            <a:r>
              <a:rPr lang="zh-CN" altLang="en-US" sz="1600" dirty="0" smtClean="0">
                <a:latin typeface="微软雅黑" charset="0"/>
                <a:ea typeface="微软雅黑" charset="0"/>
              </a:rPr>
              <a:t>因成品特征不同而变化的组件，将成品特征与元件关系建立在模板中。</a:t>
            </a:r>
            <a:endParaRPr lang="en-US" altLang="zh-CN" sz="1600" dirty="0" smtClean="0">
              <a:latin typeface="微软雅黑" charset="0"/>
              <a:ea typeface="微软雅黑" charset="0"/>
            </a:endParaRPr>
          </a:p>
          <a:p>
            <a:endParaRPr lang="en-US" altLang="zh-CN" sz="1600" dirty="0" smtClean="0">
              <a:latin typeface="微软雅黑" charset="0"/>
              <a:ea typeface="微软雅黑" charset="0"/>
            </a:endParaRPr>
          </a:p>
          <a:p>
            <a:r>
              <a:rPr lang="en-US" altLang="zh-CN" sz="1600" b="1" dirty="0" smtClean="0">
                <a:latin typeface="微软雅黑" charset="0"/>
                <a:ea typeface="微软雅黑" charset="0"/>
              </a:rPr>
              <a:t>3.</a:t>
            </a:r>
            <a:r>
              <a:rPr lang="zh-CN" altLang="en-US" sz="1600" b="1" dirty="0" smtClean="0">
                <a:latin typeface="微软雅黑" charset="0"/>
                <a:ea typeface="微软雅黑" charset="0"/>
              </a:rPr>
              <a:t>手动配置模板</a:t>
            </a:r>
            <a:endParaRPr lang="en-US" altLang="zh-CN" sz="1600" b="1" dirty="0" smtClean="0">
              <a:latin typeface="微软雅黑" charset="0"/>
              <a:ea typeface="微软雅黑" charset="0"/>
            </a:endParaRPr>
          </a:p>
          <a:p>
            <a:r>
              <a:rPr lang="en-US" altLang="zh-CN" sz="1600" dirty="0" smtClean="0">
                <a:latin typeface="微软雅黑" charset="0"/>
                <a:ea typeface="微软雅黑" charset="0"/>
              </a:rPr>
              <a:t>   </a:t>
            </a:r>
            <a:r>
              <a:rPr lang="zh-CN" altLang="en-US" sz="1600" dirty="0" smtClean="0">
                <a:latin typeface="微软雅黑" charset="0"/>
                <a:ea typeface="微软雅黑" charset="0"/>
              </a:rPr>
              <a:t>与成品特征无关，由客户选择的元件（</a:t>
            </a:r>
            <a:r>
              <a:rPr lang="en-US" altLang="zh-CN" sz="1600" dirty="0" smtClean="0">
                <a:latin typeface="微软雅黑" charset="0"/>
                <a:ea typeface="微软雅黑" charset="0"/>
              </a:rPr>
              <a:t>option</a:t>
            </a:r>
            <a:r>
              <a:rPr lang="zh-CN" altLang="en-US" sz="1600" dirty="0" smtClean="0">
                <a:latin typeface="微软雅黑" charset="0"/>
                <a:ea typeface="微软雅黑" charset="0"/>
              </a:rPr>
              <a:t>）</a:t>
            </a:r>
            <a:endParaRPr lang="en-US" altLang="zh-CN" sz="1600" dirty="0" smtClean="0">
              <a:latin typeface="微软雅黑" charset="0"/>
              <a:ea typeface="微软雅黑" charset="0"/>
            </a:endParaRPr>
          </a:p>
          <a:p>
            <a:endParaRPr lang="en-US" altLang="zh-CN" sz="1600" dirty="0" smtClean="0">
              <a:latin typeface="微软雅黑" charset="0"/>
              <a:ea typeface="微软雅黑" charset="0"/>
            </a:endParaRPr>
          </a:p>
          <a:p>
            <a:r>
              <a:rPr lang="en-US" altLang="zh-CN" sz="1600" b="1" dirty="0" smtClean="0">
                <a:latin typeface="微软雅黑" charset="0"/>
                <a:ea typeface="微软雅黑" charset="0"/>
              </a:rPr>
              <a:t>4.</a:t>
            </a:r>
            <a:r>
              <a:rPr lang="zh-CN" altLang="en-US" sz="1600" b="1" dirty="0" smtClean="0">
                <a:latin typeface="微软雅黑" charset="0"/>
                <a:ea typeface="微软雅黑" charset="0"/>
              </a:rPr>
              <a:t>配置结果</a:t>
            </a:r>
            <a:r>
              <a:rPr lang="en-US" altLang="zh-CN" sz="1600" b="1" dirty="0" smtClean="0">
                <a:latin typeface="微软雅黑" charset="0"/>
                <a:ea typeface="微软雅黑" charset="0"/>
              </a:rPr>
              <a:t>(</a:t>
            </a:r>
            <a:r>
              <a:rPr lang="zh-CN" altLang="en-US" sz="1600" b="1" dirty="0" smtClean="0">
                <a:latin typeface="微软雅黑" charset="0"/>
                <a:ea typeface="微软雅黑" charset="0"/>
              </a:rPr>
              <a:t>隐藏字段）</a:t>
            </a:r>
            <a:endParaRPr lang="en-US" altLang="zh-CN" sz="1600" b="1" dirty="0" smtClean="0">
              <a:latin typeface="微软雅黑" charset="0"/>
              <a:ea typeface="微软雅黑" charset="0"/>
            </a:endParaRPr>
          </a:p>
          <a:p>
            <a:r>
              <a:rPr lang="en-US" altLang="zh-CN" sz="1600" dirty="0" smtClean="0">
                <a:latin typeface="微软雅黑" charset="0"/>
                <a:ea typeface="微软雅黑" charset="0"/>
              </a:rPr>
              <a:t>   </a:t>
            </a:r>
            <a:r>
              <a:rPr lang="zh-CN" altLang="en-US" sz="1600" dirty="0" smtClean="0">
                <a:latin typeface="微软雅黑" charset="0"/>
                <a:ea typeface="微软雅黑" charset="0"/>
              </a:rPr>
              <a:t>模板</a:t>
            </a:r>
            <a:r>
              <a:rPr lang="en-US" altLang="zh-CN" sz="1600" dirty="0" smtClean="0">
                <a:latin typeface="微软雅黑" charset="0"/>
                <a:ea typeface="微软雅黑" charset="0"/>
              </a:rPr>
              <a:t>BOM</a:t>
            </a:r>
            <a:r>
              <a:rPr lang="zh-CN" altLang="en-US" sz="1600" dirty="0" smtClean="0">
                <a:latin typeface="微软雅黑" charset="0"/>
                <a:ea typeface="微软雅黑" charset="0"/>
              </a:rPr>
              <a:t>生成</a:t>
            </a:r>
            <a:r>
              <a:rPr lang="en-US" altLang="zh-CN" sz="1600" dirty="0" err="1" smtClean="0">
                <a:latin typeface="微软雅黑" charset="0"/>
                <a:ea typeface="微软雅黑" charset="0"/>
              </a:rPr>
              <a:t>CustomerBOM</a:t>
            </a:r>
            <a:r>
              <a:rPr lang="zh-CN" altLang="en-US" sz="1600" dirty="0" smtClean="0">
                <a:latin typeface="微软雅黑" charset="0"/>
                <a:ea typeface="微软雅黑" charset="0"/>
              </a:rPr>
              <a:t>时，</a:t>
            </a:r>
            <a:r>
              <a:rPr lang="en-US" altLang="zh-CN" sz="1600" dirty="0" smtClean="0">
                <a:latin typeface="微软雅黑" charset="0"/>
                <a:ea typeface="微软雅黑" charset="0"/>
              </a:rPr>
              <a:t>2</a:t>
            </a:r>
            <a:r>
              <a:rPr lang="zh-CN" altLang="en-US" sz="1600" dirty="0" smtClean="0">
                <a:latin typeface="微软雅黑" charset="0"/>
                <a:ea typeface="微软雅黑" charset="0"/>
              </a:rPr>
              <a:t>、</a:t>
            </a:r>
            <a:r>
              <a:rPr lang="en-US" altLang="zh-CN" sz="1600" dirty="0" smtClean="0">
                <a:latin typeface="微软雅黑" charset="0"/>
                <a:ea typeface="微软雅黑" charset="0"/>
              </a:rPr>
              <a:t>3</a:t>
            </a:r>
            <a:r>
              <a:rPr lang="zh-CN" altLang="en-US" sz="1600" dirty="0" smtClean="0">
                <a:latin typeface="微软雅黑" charset="0"/>
                <a:ea typeface="微软雅黑" charset="0"/>
              </a:rPr>
              <a:t>两项对应的结果</a:t>
            </a:r>
            <a:endParaRPr lang="en-US" altLang="zh-CN" sz="1600" dirty="0" smtClean="0">
              <a:latin typeface="微软雅黑" charset="0"/>
              <a:ea typeface="微软雅黑" charset="0"/>
            </a:endParaRPr>
          </a:p>
          <a:p>
            <a:endParaRPr lang="en-US" altLang="zh-CN" sz="1600" dirty="0" smtClean="0">
              <a:latin typeface="微软雅黑" charset="0"/>
              <a:ea typeface="微软雅黑" charset="0"/>
            </a:endParaRPr>
          </a:p>
          <a:p>
            <a:r>
              <a:rPr lang="zh-CN" altLang="en-US" sz="1600" b="1" dirty="0" smtClean="0">
                <a:latin typeface="微软雅黑" charset="0"/>
                <a:ea typeface="微软雅黑" charset="0"/>
              </a:rPr>
              <a:t>以上</a:t>
            </a:r>
            <a:r>
              <a:rPr lang="en-US" altLang="zh-CN" sz="1600" b="1" dirty="0" smtClean="0">
                <a:latin typeface="微软雅黑" charset="0"/>
                <a:ea typeface="微软雅黑" charset="0"/>
              </a:rPr>
              <a:t>4</a:t>
            </a:r>
            <a:r>
              <a:rPr lang="zh-CN" altLang="en-US" sz="1600" b="1" dirty="0" smtClean="0">
                <a:latin typeface="微软雅黑" charset="0"/>
                <a:ea typeface="微软雅黑" charset="0"/>
              </a:rPr>
              <a:t>类：</a:t>
            </a:r>
            <a:endParaRPr lang="en-US" altLang="zh-CN" sz="1600" b="1" dirty="0" smtClean="0">
              <a:latin typeface="微软雅黑" charset="0"/>
              <a:ea typeface="微软雅黑" charset="0"/>
            </a:endParaRPr>
          </a:p>
          <a:p>
            <a:r>
              <a:rPr lang="en-US" altLang="zh-CN" sz="1600" dirty="0" smtClean="0">
                <a:latin typeface="微软雅黑" charset="0"/>
                <a:ea typeface="微软雅黑" charset="0"/>
              </a:rPr>
              <a:t>1.</a:t>
            </a:r>
            <a:r>
              <a:rPr lang="zh-CN" altLang="en-US" sz="1600" dirty="0" smtClean="0">
                <a:latin typeface="微软雅黑" charset="0"/>
                <a:ea typeface="微软雅黑" charset="0"/>
              </a:rPr>
              <a:t>建立在</a:t>
            </a:r>
            <a:r>
              <a:rPr lang="en-US" altLang="zh-CN" sz="1600" dirty="0" smtClean="0">
                <a:latin typeface="微软雅黑" charset="0"/>
                <a:ea typeface="微软雅黑" charset="0"/>
              </a:rPr>
              <a:t>BOM</a:t>
            </a:r>
            <a:r>
              <a:rPr lang="zh-CN" altLang="en-US" sz="1600" dirty="0" smtClean="0">
                <a:latin typeface="微软雅黑" charset="0"/>
                <a:ea typeface="微软雅黑" charset="0"/>
              </a:rPr>
              <a:t>和</a:t>
            </a:r>
            <a:r>
              <a:rPr lang="en-US" altLang="zh-CN" sz="1600" dirty="0" err="1" smtClean="0">
                <a:latin typeface="微软雅黑" charset="0"/>
                <a:ea typeface="微软雅黑" charset="0"/>
              </a:rPr>
              <a:t>ConfigBOM</a:t>
            </a:r>
            <a:r>
              <a:rPr lang="zh-CN" altLang="en-US" sz="1600" dirty="0" smtClean="0">
                <a:latin typeface="微软雅黑" charset="0"/>
                <a:ea typeface="微软雅黑" charset="0"/>
              </a:rPr>
              <a:t>中，</a:t>
            </a:r>
            <a:r>
              <a:rPr lang="en-US" altLang="zh-CN" sz="1600" dirty="0" err="1" smtClean="0">
                <a:latin typeface="微软雅黑" charset="0"/>
                <a:ea typeface="微软雅黑" charset="0"/>
              </a:rPr>
              <a:t>CustomerBOM</a:t>
            </a:r>
            <a:r>
              <a:rPr lang="zh-CN" altLang="en-US" sz="1600" dirty="0" smtClean="0">
                <a:latin typeface="微软雅黑" charset="0"/>
                <a:ea typeface="微软雅黑" charset="0"/>
              </a:rPr>
              <a:t>可共享到</a:t>
            </a:r>
            <a:endParaRPr lang="en-US" altLang="zh-CN" sz="1600" dirty="0" smtClean="0">
              <a:latin typeface="微软雅黑" charset="0"/>
              <a:ea typeface="微软雅黑" charset="0"/>
            </a:endParaRPr>
          </a:p>
          <a:p>
            <a:r>
              <a:rPr lang="en-US" altLang="zh-CN" sz="1600" dirty="0" smtClean="0">
                <a:latin typeface="微软雅黑" charset="0"/>
                <a:ea typeface="微软雅黑" charset="0"/>
              </a:rPr>
              <a:t>2. 3.</a:t>
            </a:r>
            <a:r>
              <a:rPr lang="zh-CN" altLang="en-US" sz="1600" dirty="0" smtClean="0">
                <a:latin typeface="微软雅黑" charset="0"/>
                <a:ea typeface="微软雅黑" charset="0"/>
              </a:rPr>
              <a:t>仅存在</a:t>
            </a:r>
            <a:r>
              <a:rPr lang="en-US" altLang="zh-CN" sz="1600" dirty="0" err="1" smtClean="0">
                <a:latin typeface="微软雅黑" charset="0"/>
                <a:ea typeface="微软雅黑" charset="0"/>
              </a:rPr>
              <a:t>ConfigBOM</a:t>
            </a:r>
            <a:r>
              <a:rPr lang="zh-CN" altLang="en-US" sz="1600" dirty="0" smtClean="0">
                <a:latin typeface="微软雅黑" charset="0"/>
                <a:ea typeface="微软雅黑" charset="0"/>
              </a:rPr>
              <a:t>中</a:t>
            </a:r>
            <a:endParaRPr lang="en-US" altLang="zh-CN" sz="1600" dirty="0" smtClean="0">
              <a:latin typeface="微软雅黑" charset="0"/>
              <a:ea typeface="微软雅黑" charset="0"/>
            </a:endParaRPr>
          </a:p>
          <a:p>
            <a:r>
              <a:rPr lang="en-US" altLang="zh-CN" sz="1600" dirty="0" smtClean="0">
                <a:latin typeface="微软雅黑" charset="0"/>
                <a:ea typeface="微软雅黑" charset="0"/>
              </a:rPr>
              <a:t>4.</a:t>
            </a:r>
            <a:r>
              <a:rPr lang="zh-CN" altLang="en-US" sz="1600" dirty="0" smtClean="0">
                <a:latin typeface="微软雅黑" charset="0"/>
                <a:ea typeface="微软雅黑" charset="0"/>
              </a:rPr>
              <a:t>仅存在</a:t>
            </a:r>
            <a:r>
              <a:rPr lang="en-US" altLang="zh-CN" sz="1600" dirty="0" err="1" smtClean="0">
                <a:latin typeface="微软雅黑" charset="0"/>
                <a:ea typeface="微软雅黑" charset="0"/>
              </a:rPr>
              <a:t>CustomerBOM</a:t>
            </a:r>
            <a:r>
              <a:rPr lang="zh-CN" altLang="en-US" sz="1600" dirty="0" smtClean="0">
                <a:latin typeface="微软雅黑" charset="0"/>
                <a:ea typeface="微软雅黑" charset="0"/>
              </a:rPr>
              <a:t>中</a:t>
            </a:r>
            <a:endParaRPr lang="zh-CN" altLang="en-US" sz="1600" dirty="0">
              <a:latin typeface="微软雅黑" charset="0"/>
              <a:ea typeface="微软雅黑" charset="0"/>
            </a:endParaRPr>
          </a:p>
        </p:txBody>
      </p:sp>
      <p:sp>
        <p:nvSpPr>
          <p:cNvPr id="38" name="矩形 37"/>
          <p:cNvSpPr/>
          <p:nvPr/>
        </p:nvSpPr>
        <p:spPr>
          <a:xfrm>
            <a:off x="1928495" y="714375"/>
            <a:ext cx="5573395" cy="577913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253048" y="1126173"/>
            <a:ext cx="8424862"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：主件品号若启用多产出，可维护相关的产出信息</a:t>
            </a:r>
            <a:endParaRPr lang="zh-CN" altLang="en-US" sz="2000" dirty="0">
              <a:latin typeface="微软雅黑" pitchFamily="34" charset="-122"/>
              <a:ea typeface="微软雅黑" pitchFamily="34" charset="-122"/>
            </a:endParaRPr>
          </a:p>
        </p:txBody>
      </p:sp>
      <p:sp>
        <p:nvSpPr>
          <p:cNvPr id="5" name="TextBox 4"/>
          <p:cNvSpPr txBox="1"/>
          <p:nvPr/>
        </p:nvSpPr>
        <p:spPr>
          <a:xfrm>
            <a:off x="107950" y="1485900"/>
            <a:ext cx="8928735" cy="132588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主件品号未启用多产出时，多产出信息页签内容只读，默认一笔主产品</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产品类型有：主产品、联产品、副产品、回收料</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主产品和联产品的产出比率之和需等于</a:t>
            </a:r>
            <a:r>
              <a:rPr lang="en-US" altLang="zh-CN" sz="1800" dirty="0" smtClean="0">
                <a:solidFill>
                  <a:srgbClr val="0D0D0D"/>
                </a:solidFill>
                <a:latin typeface="微软雅黑" charset="0"/>
                <a:ea typeface="微软雅黑" charset="0"/>
              </a:rPr>
              <a:t>1</a:t>
            </a: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维护产出品信息</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898525" y="2852420"/>
            <a:ext cx="7299325" cy="3998595"/>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131445" y="889635"/>
            <a:ext cx="8761730" cy="1371600"/>
          </a:xfrm>
          <a:prstGeom prst="rect">
            <a:avLst/>
          </a:prstGeom>
          <a:noFill/>
          <a:ln w="9525">
            <a:noFill/>
            <a:miter lim="800000"/>
          </a:ln>
        </p:spPr>
        <p:txBody>
          <a:bodyPr wrap="square">
            <a:spAutoFit/>
          </a:bodyPr>
          <a:lstStyle/>
          <a:p>
            <a:pPr eaLnBrk="1" latinLnBrk="0" hangingPunct="1">
              <a:lnSpc>
                <a:spcPct val="150000"/>
              </a:lnSpc>
            </a:pPr>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a:t>
            </a:r>
            <a:r>
              <a:rPr lang="zh-CN" altLang="en-US" sz="1800" dirty="0" smtClean="0">
                <a:latin typeface="微软雅黑" pitchFamily="34" charset="-122"/>
                <a:ea typeface="微软雅黑" pitchFamily="34" charset="-122"/>
              </a:rPr>
              <a:t>建立品号的取替代关系，</a:t>
            </a:r>
            <a:r>
              <a:rPr lang="en-US" altLang="en-US" sz="1800" dirty="0" smtClean="0">
                <a:latin typeface="微软雅黑" pitchFamily="34" charset="-122"/>
                <a:ea typeface="微软雅黑" pitchFamily="34" charset="-122"/>
              </a:rPr>
              <a:t> </a:t>
            </a:r>
            <a:r>
              <a:rPr lang="zh-CN" altLang="en-US" sz="1800" dirty="0" smtClean="0">
                <a:latin typeface="微软雅黑" pitchFamily="34" charset="-122"/>
                <a:ea typeface="微软雅黑" pitchFamily="34" charset="-122"/>
              </a:rPr>
              <a:t>开立工单或计划展开时若料件的可用库存量不足时可按取替代优先顺序自动生成需求料件的用量</a:t>
            </a:r>
            <a:r>
              <a:rPr lang="en-US" altLang="en-US" sz="1800" dirty="0" smtClean="0">
                <a:latin typeface="微软雅黑" pitchFamily="34" charset="-122"/>
                <a:ea typeface="微软雅黑" pitchFamily="34" charset="-122"/>
              </a:rPr>
              <a:t>,</a:t>
            </a:r>
            <a:r>
              <a:rPr lang="zh-CN" altLang="en-US" sz="1800" dirty="0" smtClean="0">
                <a:latin typeface="微软雅黑" pitchFamily="34" charset="-122"/>
                <a:ea typeface="微软雅黑" pitchFamily="34" charset="-122"/>
              </a:rPr>
              <a:t>增加料件使用弹性</a:t>
            </a:r>
            <a:r>
              <a:rPr lang="en-US" altLang="en-US" sz="1800" dirty="0" smtClean="0">
                <a:latin typeface="微软雅黑" pitchFamily="34" charset="-122"/>
                <a:ea typeface="微软雅黑" pitchFamily="34" charset="-122"/>
              </a:rPr>
              <a:t>,</a:t>
            </a:r>
            <a:r>
              <a:rPr lang="zh-CN" altLang="en-US" sz="1800" dirty="0" smtClean="0">
                <a:latin typeface="微软雅黑" pitchFamily="34" charset="-122"/>
                <a:ea typeface="微软雅黑" pitchFamily="34" charset="-122"/>
              </a:rPr>
              <a:t>避免生成缺料及库存虚增状况</a:t>
            </a:r>
            <a:endParaRPr lang="zh-CN" altLang="en-US" sz="1800" dirty="0" smtClean="0">
              <a:latin typeface="微软雅黑" pitchFamily="34" charset="-122"/>
              <a:ea typeface="微软雅黑" pitchFamily="34" charset="-122"/>
            </a:endParaRPr>
          </a:p>
        </p:txBody>
      </p:sp>
      <p:sp>
        <p:nvSpPr>
          <p:cNvPr id="5" name="TextBox 4"/>
          <p:cNvSpPr txBox="1"/>
          <p:nvPr/>
        </p:nvSpPr>
        <p:spPr>
          <a:xfrm>
            <a:off x="142875" y="2143125"/>
            <a:ext cx="8768715" cy="155448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600" dirty="0" smtClean="0">
                <a:solidFill>
                  <a:srgbClr val="0D0D0D"/>
                </a:solidFill>
                <a:latin typeface="微软雅黑" charset="0"/>
                <a:ea typeface="微软雅黑" charset="0"/>
              </a:rPr>
              <a:t>取替代品号的粒度到特征码等级</a:t>
            </a:r>
            <a:endParaRPr lang="en-US" altLang="zh-CN" sz="16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600" dirty="0" smtClean="0">
                <a:solidFill>
                  <a:srgbClr val="0D0D0D"/>
                </a:solidFill>
                <a:latin typeface="微软雅黑" charset="0"/>
                <a:ea typeface="微软雅黑" charset="0"/>
              </a:rPr>
              <a:t>如果主件为空，表示万用取替代</a:t>
            </a:r>
            <a:endParaRPr lang="en-US" altLang="zh-CN" sz="16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600" dirty="0" smtClean="0">
                <a:solidFill>
                  <a:srgbClr val="0D0D0D"/>
                </a:solidFill>
                <a:latin typeface="微软雅黑" charset="0"/>
                <a:ea typeface="微软雅黑" charset="0"/>
              </a:rPr>
              <a:t>单身分为取代和替代两个页签，各自维护对应料件</a:t>
            </a:r>
            <a:endParaRPr lang="en-US" altLang="zh-CN" sz="16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600" dirty="0" smtClean="0">
                <a:solidFill>
                  <a:srgbClr val="0D0D0D"/>
                </a:solidFill>
                <a:latin typeface="微软雅黑" charset="0"/>
                <a:ea typeface="微软雅黑" charset="0"/>
              </a:rPr>
              <a:t>用“可混料”来标记生产中主料和取替代料是否可以混合，计划和工单会根据此信息展开</a:t>
            </a:r>
            <a:endParaRPr lang="zh-CN" altLang="en-US" sz="16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维护取替代料</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970280" y="3644900"/>
            <a:ext cx="7031355" cy="3202940"/>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253048" y="1126173"/>
            <a:ext cx="8424862"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：取替代关系可以支持多个品号的组合之间进行取替代</a:t>
            </a:r>
            <a:endParaRPr lang="zh-CN" altLang="en-US" sz="2000" dirty="0">
              <a:latin typeface="微软雅黑" pitchFamily="34" charset="-122"/>
              <a:ea typeface="微软雅黑" pitchFamily="34" charset="-122"/>
            </a:endParaRPr>
          </a:p>
        </p:txBody>
      </p:sp>
      <p:sp>
        <p:nvSpPr>
          <p:cNvPr id="5" name="TextBox 4"/>
          <p:cNvSpPr txBox="1"/>
          <p:nvPr/>
        </p:nvSpPr>
        <p:spPr>
          <a:xfrm>
            <a:off x="179705" y="1413510"/>
            <a:ext cx="8902065" cy="91440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建立元件群组与取替代群组，并建立直接的取替代关系</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同一个元件在相同主件下不可存在于多个元件群组中</a:t>
            </a: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维护取替代群组</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755650" y="2348230"/>
            <a:ext cx="7961630" cy="4457065"/>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3131820" y="1844675"/>
            <a:ext cx="5952490" cy="4771390"/>
          </a:xfrm>
          <a:prstGeom prst="rect">
            <a:avLst/>
          </a:prstGeom>
        </p:spPr>
      </p:pic>
      <p:sp>
        <p:nvSpPr>
          <p:cNvPr id="56323" name="TextBox 3"/>
          <p:cNvSpPr txBox="1">
            <a:spLocks noChangeArrowheads="1"/>
          </p:cNvSpPr>
          <p:nvPr/>
        </p:nvSpPr>
        <p:spPr bwMode="auto">
          <a:xfrm>
            <a:off x="468313" y="1341438"/>
            <a:ext cx="8424862"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：对品号的</a:t>
            </a:r>
            <a:r>
              <a:rPr lang="zh-CN" altLang="en-US" sz="2000" dirty="0">
                <a:latin typeface="微软雅黑" pitchFamily="34" charset="-122"/>
                <a:ea typeface="微软雅黑" pitchFamily="34" charset="-122"/>
              </a:rPr>
              <a:t>属性</a:t>
            </a:r>
            <a:r>
              <a:rPr lang="zh-CN" altLang="en-US" sz="2000" dirty="0" smtClean="0">
                <a:latin typeface="微软雅黑" pitchFamily="34" charset="-122"/>
                <a:ea typeface="微软雅黑" pitchFamily="34" charset="-122"/>
              </a:rPr>
              <a:t>项进行分组归类</a:t>
            </a:r>
            <a:endParaRPr lang="zh-CN" altLang="en-US" sz="2000" dirty="0">
              <a:latin typeface="微软雅黑" pitchFamily="34" charset="-122"/>
              <a:ea typeface="微软雅黑" pitchFamily="34" charset="-122"/>
            </a:endParaRPr>
          </a:p>
        </p:txBody>
      </p:sp>
      <p:sp>
        <p:nvSpPr>
          <p:cNvPr id="5" name="TextBox 4"/>
          <p:cNvSpPr txBox="1"/>
          <p:nvPr/>
        </p:nvSpPr>
        <p:spPr>
          <a:xfrm>
            <a:off x="-666" y="2071678"/>
            <a:ext cx="3133725" cy="3383280"/>
          </a:xfrm>
          <a:prstGeom prst="rect">
            <a:avLst/>
          </a:prstGeom>
          <a:noFill/>
        </p:spPr>
        <p:txBody>
          <a:bodyPr>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mn-ea"/>
                <a:ea typeface="+mn-ea"/>
              </a:rPr>
              <a:t>启用特征码的</a:t>
            </a:r>
            <a:r>
              <a:rPr lang="zh-CN" altLang="en-US" sz="1800" dirty="0">
                <a:solidFill>
                  <a:srgbClr val="0D0D0D"/>
                </a:solidFill>
                <a:latin typeface="+mn-ea"/>
                <a:ea typeface="+mn-ea"/>
              </a:rPr>
              <a:t>品号</a:t>
            </a:r>
            <a:r>
              <a:rPr lang="zh-CN" altLang="en-US" sz="1800" dirty="0" smtClean="0">
                <a:solidFill>
                  <a:srgbClr val="0D0D0D"/>
                </a:solidFill>
                <a:latin typeface="+mn-ea"/>
                <a:ea typeface="+mn-ea"/>
              </a:rPr>
              <a:t>才可以维护</a:t>
            </a:r>
            <a:r>
              <a:rPr lang="zh-CN" altLang="en-US" sz="1800" dirty="0">
                <a:solidFill>
                  <a:srgbClr val="0D0D0D"/>
                </a:solidFill>
                <a:latin typeface="+mn-ea"/>
                <a:ea typeface="+mn-ea"/>
              </a:rPr>
              <a:t>属性</a:t>
            </a:r>
            <a:r>
              <a:rPr lang="zh-CN" altLang="en-US" sz="1800" dirty="0" smtClean="0">
                <a:solidFill>
                  <a:srgbClr val="0D0D0D"/>
                </a:solidFill>
                <a:latin typeface="+mn-ea"/>
                <a:ea typeface="+mn-ea"/>
              </a:rPr>
              <a:t>分类</a:t>
            </a:r>
            <a:endParaRPr lang="en-US" altLang="zh-CN" sz="1800" dirty="0" smtClean="0">
              <a:solidFill>
                <a:srgbClr val="0D0D0D"/>
              </a:solidFill>
              <a:latin typeface="+mn-ea"/>
              <a:ea typeface="+mn-ea"/>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mn-ea"/>
                <a:ea typeface="+mn-ea"/>
              </a:rPr>
              <a:t>将品号群组中的属性按产品特性做分组，便于后续产品配置</a:t>
            </a:r>
            <a:endParaRPr lang="en-US" altLang="zh-CN" sz="1800" dirty="0" smtClean="0">
              <a:solidFill>
                <a:srgbClr val="0D0D0D"/>
              </a:solidFill>
              <a:latin typeface="+mn-ea"/>
              <a:ea typeface="+mn-ea"/>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mn-ea"/>
                <a:ea typeface="+mn-ea"/>
              </a:rPr>
              <a:t>还可增加不存在于品号群组中的属性作为当前品号纳入特征流水编号的属性，</a:t>
            </a:r>
            <a:endParaRPr lang="zh-CN" altLang="en-US" sz="1800" dirty="0">
              <a:solidFill>
                <a:srgbClr val="0D0D0D"/>
              </a:solidFill>
              <a:latin typeface="+mn-ea"/>
              <a:ea typeface="+mn-ea"/>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维护品号</a:t>
            </a:r>
            <a:r>
              <a:rPr lang="zh-CN" altLang="en-US" sz="3600" b="1" dirty="0">
                <a:latin typeface="Microsoft JhengHei" pitchFamily="34" charset="-120"/>
                <a:ea typeface="Microsoft JhengHei" pitchFamily="34" charset="-120"/>
              </a:rPr>
              <a:t>属性</a:t>
            </a:r>
            <a:r>
              <a:rPr lang="zh-CN" altLang="en-US" sz="3600" b="1" dirty="0" smtClean="0">
                <a:latin typeface="Microsoft JhengHei" pitchFamily="34" charset="-120"/>
                <a:ea typeface="Microsoft JhengHei" pitchFamily="34" charset="-120"/>
              </a:rPr>
              <a:t>分类</a:t>
            </a:r>
            <a:endParaRPr lang="zh-TW" altLang="en-US" sz="3600" b="1" dirty="0">
              <a:latin typeface="Microsoft JhengHei" pitchFamily="34" charset="-120"/>
              <a:ea typeface="Microsoft JhengHei" pitchFamily="34" charset="-120"/>
            </a:endParaRPr>
          </a:p>
        </p:txBody>
      </p:sp>
      <p:grpSp>
        <p:nvGrpSpPr>
          <p:cNvPr id="9" name="组合 48"/>
          <p:cNvGrpSpPr/>
          <p:nvPr/>
        </p:nvGrpSpPr>
        <p:grpSpPr>
          <a:xfrm>
            <a:off x="5243518" y="3000372"/>
            <a:ext cx="3534662" cy="3380956"/>
            <a:chOff x="3707904" y="843505"/>
            <a:chExt cx="5184576" cy="5753847"/>
          </a:xfrm>
        </p:grpSpPr>
        <p:pic>
          <p:nvPicPr>
            <p:cNvPr id="10" name="Picture 68"/>
            <p:cNvPicPr>
              <a:picLocks noChangeAspect="1" noChangeArrowheads="1"/>
            </p:cNvPicPr>
            <p:nvPr/>
          </p:nvPicPr>
          <p:blipFill>
            <a:blip r:embed="rId2" cstate="print"/>
            <a:srcRect/>
            <a:stretch>
              <a:fillRect/>
            </a:stretch>
          </p:blipFill>
          <p:spPr bwMode="auto">
            <a:xfrm>
              <a:off x="3707904" y="1340768"/>
              <a:ext cx="5183653" cy="5256583"/>
            </a:xfrm>
            <a:prstGeom prst="rect">
              <a:avLst/>
            </a:prstGeom>
            <a:noFill/>
          </p:spPr>
        </p:pic>
        <p:sp>
          <p:nvSpPr>
            <p:cNvPr id="11" name="Rectangle 69"/>
            <p:cNvSpPr>
              <a:spLocks noChangeArrowheads="1"/>
            </p:cNvSpPr>
            <p:nvPr/>
          </p:nvSpPr>
          <p:spPr bwMode="auto">
            <a:xfrm>
              <a:off x="3779912" y="1403646"/>
              <a:ext cx="2070040" cy="345828"/>
            </a:xfrm>
            <a:prstGeom prst="rect">
              <a:avLst/>
            </a:prstGeom>
            <a:noFill/>
            <a:ln w="19050">
              <a:solidFill>
                <a:srgbClr val="FF0000"/>
              </a:solidFill>
              <a:miter lim="800000"/>
            </a:ln>
            <a:effectLst/>
          </p:spPr>
          <p:txBody>
            <a:bodyPr wrap="none" anchor="ctr"/>
            <a:lstStyle/>
            <a:p>
              <a:endParaRPr lang="zh-CN" altLang="en-US"/>
            </a:p>
          </p:txBody>
        </p:sp>
        <p:sp>
          <p:nvSpPr>
            <p:cNvPr id="12" name="Rectangle 70"/>
            <p:cNvSpPr>
              <a:spLocks noChangeArrowheads="1"/>
            </p:cNvSpPr>
            <p:nvPr/>
          </p:nvSpPr>
          <p:spPr bwMode="auto">
            <a:xfrm>
              <a:off x="3779912" y="4031937"/>
              <a:ext cx="2070040" cy="383555"/>
            </a:xfrm>
            <a:prstGeom prst="rect">
              <a:avLst/>
            </a:prstGeom>
            <a:noFill/>
            <a:ln w="19050">
              <a:solidFill>
                <a:srgbClr val="FF0000"/>
              </a:solidFill>
              <a:miter lim="800000"/>
            </a:ln>
            <a:effectLst/>
          </p:spPr>
          <p:txBody>
            <a:bodyPr wrap="none" anchor="ctr"/>
            <a:lstStyle/>
            <a:p>
              <a:endParaRPr lang="zh-CN" altLang="en-US"/>
            </a:p>
          </p:txBody>
        </p:sp>
        <p:sp>
          <p:nvSpPr>
            <p:cNvPr id="13" name="Rectangle 71"/>
            <p:cNvSpPr>
              <a:spLocks noChangeArrowheads="1"/>
            </p:cNvSpPr>
            <p:nvPr/>
          </p:nvSpPr>
          <p:spPr bwMode="auto">
            <a:xfrm>
              <a:off x="3779912" y="3186231"/>
              <a:ext cx="2070040" cy="418137"/>
            </a:xfrm>
            <a:prstGeom prst="rect">
              <a:avLst/>
            </a:prstGeom>
            <a:noFill/>
            <a:ln w="19050">
              <a:solidFill>
                <a:srgbClr val="FF0000"/>
              </a:solidFill>
              <a:miter lim="800000"/>
            </a:ln>
            <a:effectLst/>
          </p:spPr>
          <p:txBody>
            <a:bodyPr wrap="none" anchor="ctr"/>
            <a:lstStyle/>
            <a:p>
              <a:endParaRPr lang="zh-CN" altLang="en-US"/>
            </a:p>
          </p:txBody>
        </p:sp>
        <p:sp>
          <p:nvSpPr>
            <p:cNvPr id="14" name="Rectangle 72"/>
            <p:cNvSpPr>
              <a:spLocks noChangeArrowheads="1"/>
            </p:cNvSpPr>
            <p:nvPr/>
          </p:nvSpPr>
          <p:spPr bwMode="auto">
            <a:xfrm>
              <a:off x="4038429" y="1749474"/>
              <a:ext cx="1311595" cy="1436757"/>
            </a:xfrm>
            <a:prstGeom prst="rect">
              <a:avLst/>
            </a:prstGeom>
            <a:noFill/>
            <a:ln w="19050">
              <a:solidFill>
                <a:srgbClr val="0000FF"/>
              </a:solidFill>
              <a:miter lim="800000"/>
            </a:ln>
            <a:effectLst/>
          </p:spPr>
          <p:txBody>
            <a:bodyPr wrap="none" anchor="ctr"/>
            <a:lstStyle/>
            <a:p>
              <a:endParaRPr lang="zh-CN" altLang="en-US"/>
            </a:p>
          </p:txBody>
        </p:sp>
        <p:sp>
          <p:nvSpPr>
            <p:cNvPr id="15" name="Rectangle 74"/>
            <p:cNvSpPr>
              <a:spLocks noChangeArrowheads="1"/>
            </p:cNvSpPr>
            <p:nvPr/>
          </p:nvSpPr>
          <p:spPr bwMode="auto">
            <a:xfrm>
              <a:off x="4038429" y="4459506"/>
              <a:ext cx="1311595" cy="1436757"/>
            </a:xfrm>
            <a:prstGeom prst="rect">
              <a:avLst/>
            </a:prstGeom>
            <a:noFill/>
            <a:ln w="19050">
              <a:solidFill>
                <a:srgbClr val="0000FF"/>
              </a:solidFill>
              <a:miter lim="800000"/>
            </a:ln>
            <a:effectLst/>
          </p:spPr>
          <p:txBody>
            <a:bodyPr wrap="none" anchor="ctr"/>
            <a:lstStyle/>
            <a:p>
              <a:endParaRPr lang="zh-CN" altLang="en-US"/>
            </a:p>
          </p:txBody>
        </p:sp>
        <p:sp>
          <p:nvSpPr>
            <p:cNvPr id="16" name="Rectangle 81"/>
            <p:cNvSpPr>
              <a:spLocks noChangeArrowheads="1"/>
            </p:cNvSpPr>
            <p:nvPr/>
          </p:nvSpPr>
          <p:spPr bwMode="auto">
            <a:xfrm>
              <a:off x="6055637" y="843505"/>
              <a:ext cx="1536624" cy="536577"/>
            </a:xfrm>
            <a:prstGeom prst="rect">
              <a:avLst/>
            </a:prstGeom>
            <a:noFill/>
            <a:ln w="9525">
              <a:noFill/>
              <a:miter lim="800000"/>
            </a:ln>
            <a:effectLst/>
          </p:spPr>
          <p:txBody>
            <a:bodyPr wrap="square">
              <a:spAutoFit/>
            </a:bodyPr>
            <a:lstStyle/>
            <a:p>
              <a:r>
                <a:rPr lang="zh-CN" altLang="en-US" sz="1800" b="1" dirty="0" smtClean="0">
                  <a:latin typeface="SimHei" pitchFamily="49" charset="-122"/>
                  <a:ea typeface="SimHei" pitchFamily="49" charset="-122"/>
                </a:rPr>
                <a:t>示例</a:t>
              </a:r>
              <a:endParaRPr lang="zh-CN" altLang="en-US" sz="1800" b="1" dirty="0">
                <a:latin typeface="SimHei" pitchFamily="49" charset="-122"/>
                <a:ea typeface="SimHei" pitchFamily="49" charset="-122"/>
              </a:endParaRPr>
            </a:p>
          </p:txBody>
        </p:sp>
        <p:sp>
          <p:nvSpPr>
            <p:cNvPr id="17" name="矩形 16"/>
            <p:cNvSpPr/>
            <p:nvPr/>
          </p:nvSpPr>
          <p:spPr>
            <a:xfrm>
              <a:off x="3779912" y="1340768"/>
              <a:ext cx="5112568" cy="5256584"/>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1+#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971550" y="3716655"/>
            <a:ext cx="6552565" cy="3152140"/>
          </a:xfrm>
          <a:prstGeom prst="rect">
            <a:avLst/>
          </a:prstGeom>
        </p:spPr>
      </p:pic>
      <p:sp>
        <p:nvSpPr>
          <p:cNvPr id="56323" name="TextBox 3"/>
          <p:cNvSpPr txBox="1">
            <a:spLocks noChangeArrowheads="1"/>
          </p:cNvSpPr>
          <p:nvPr/>
        </p:nvSpPr>
        <p:spPr bwMode="auto">
          <a:xfrm>
            <a:off x="324803" y="1197928"/>
            <a:ext cx="8424862" cy="707886"/>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：研发人员通过此作业建立主件与元件的自动配置模板，包括模板编号、名称，以及主件属性与元件品号、特征码等信息的对应关系。</a:t>
            </a:r>
            <a:endParaRPr lang="zh-CN" altLang="en-US" sz="2000" dirty="0">
              <a:latin typeface="微软雅黑" pitchFamily="34" charset="-122"/>
              <a:ea typeface="微软雅黑" pitchFamily="34" charset="-122"/>
            </a:endParaRPr>
          </a:p>
        </p:txBody>
      </p:sp>
      <p:sp>
        <p:nvSpPr>
          <p:cNvPr id="5" name="TextBox 4"/>
          <p:cNvSpPr txBox="1"/>
          <p:nvPr/>
        </p:nvSpPr>
        <p:spPr>
          <a:xfrm>
            <a:off x="142875" y="1856105"/>
            <a:ext cx="8875395" cy="201168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模板是根据变量值来建立主件元件的关系，所以必须要先选择模板的主件品号以及条件变量</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单身记录主件变量值和元件的对应关系用于产品配置时自动展开</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元件的用量可以使用自定义公式</a:t>
            </a:r>
            <a:r>
              <a:rPr lang="en-US" altLang="zh-CN" sz="1800" dirty="0" smtClean="0">
                <a:solidFill>
                  <a:srgbClr val="0D0D0D"/>
                </a:solidFill>
                <a:latin typeface="微软雅黑" charset="0"/>
                <a:ea typeface="微软雅黑" charset="0"/>
              </a:rPr>
              <a:t>(</a:t>
            </a:r>
            <a:r>
              <a:rPr lang="zh-CN" altLang="en-US" sz="1800" dirty="0" smtClean="0">
                <a:solidFill>
                  <a:srgbClr val="0D0D0D"/>
                </a:solidFill>
                <a:latin typeface="微软雅黑" charset="0"/>
                <a:ea typeface="微软雅黑" charset="0"/>
              </a:rPr>
              <a:t>下一页</a:t>
            </a:r>
            <a:r>
              <a:rPr lang="en-US" altLang="zh-CN" sz="1800" dirty="0" smtClean="0">
                <a:solidFill>
                  <a:srgbClr val="0D0D0D"/>
                </a:solidFill>
                <a:latin typeface="微软雅黑" charset="0"/>
                <a:ea typeface="微软雅黑" charset="0"/>
              </a:rPr>
              <a:t>)</a:t>
            </a:r>
            <a:endParaRPr lang="en-US" altLang="zh-CN" sz="1800" dirty="0" smtClean="0">
              <a:solidFill>
                <a:srgbClr val="0D0D0D"/>
              </a:solidFill>
              <a:latin typeface="微软雅黑" charset="0"/>
              <a:ea typeface="微软雅黑" charset="0"/>
            </a:endParaRPr>
          </a:p>
          <a:p>
            <a:pPr marL="360045" lvl="1" indent="-285750">
              <a:spcBef>
                <a:spcPts val="0"/>
              </a:spcBef>
              <a:buFont typeface="Wingdings" pitchFamily="2" charset="2"/>
              <a:buChar char="n"/>
              <a:defRPr/>
            </a:pP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a:t>
            </a:r>
            <a:r>
              <a:rPr lang="en-US" altLang="zh-CN" sz="3600" b="1" dirty="0" smtClean="0">
                <a:latin typeface="Microsoft JhengHei" pitchFamily="34" charset="-120"/>
                <a:ea typeface="Microsoft JhengHei" pitchFamily="34" charset="-120"/>
              </a:rPr>
              <a:t>BOM</a:t>
            </a:r>
            <a:r>
              <a:rPr lang="zh-CN" altLang="en-US" sz="3600" b="1" dirty="0" smtClean="0">
                <a:latin typeface="Microsoft JhengHei" pitchFamily="34" charset="-120"/>
                <a:ea typeface="Microsoft JhengHei" pitchFamily="34" charset="-120"/>
              </a:rPr>
              <a:t>自动配置模板</a:t>
            </a:r>
            <a:endParaRPr lang="zh-TW" altLang="en-US" sz="3600" b="1" dirty="0">
              <a:latin typeface="Microsoft JhengHei" pitchFamily="34" charset="-120"/>
              <a:ea typeface="Microsoft JhengHei" pitchFamily="34" charset="-120"/>
            </a:endParaRPr>
          </a:p>
        </p:txBody>
      </p:sp>
      <p:sp>
        <p:nvSpPr>
          <p:cNvPr id="8" name="矩形 7"/>
          <p:cNvSpPr/>
          <p:nvPr/>
        </p:nvSpPr>
        <p:spPr>
          <a:xfrm>
            <a:off x="4982845" y="5878195"/>
            <a:ext cx="501650" cy="8591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标注 8"/>
          <p:cNvSpPr/>
          <p:nvPr/>
        </p:nvSpPr>
        <p:spPr>
          <a:xfrm>
            <a:off x="5940425" y="5300980"/>
            <a:ext cx="1721485" cy="488315"/>
          </a:xfrm>
          <a:prstGeom prst="wedgeRoundRectCallout">
            <a:avLst>
              <a:gd name="adj1" fmla="val -78033"/>
              <a:gd name="adj2" fmla="val 95903"/>
              <a:gd name="adj3" fmla="val 16667"/>
            </a:avLst>
          </a:prstGeom>
        </p:spPr>
        <p:style>
          <a:lnRef idx="1">
            <a:schemeClr val="accent6"/>
          </a:lnRef>
          <a:fillRef idx="2">
            <a:schemeClr val="accent6"/>
          </a:fillRef>
          <a:effectRef idx="1">
            <a:schemeClr val="accent6"/>
          </a:effectRef>
          <a:fontRef idx="minor">
            <a:schemeClr val="dk1"/>
          </a:fontRef>
        </p:style>
        <p:txBody>
          <a:bodyPr anchor="ctr"/>
          <a:lstStyle/>
          <a:p>
            <a:pPr>
              <a:defRPr/>
            </a:pPr>
            <a:r>
              <a:rPr lang="zh-CN" altLang="en-US" sz="1600" dirty="0" smtClean="0">
                <a:solidFill>
                  <a:srgbClr val="0000CC"/>
                </a:solidFill>
                <a:latin typeface="微软雅黑" charset="0"/>
                <a:ea typeface="微软雅黑" charset="0"/>
              </a:rPr>
              <a:t>可设置用量公式</a:t>
            </a:r>
            <a:endParaRPr lang="zh-CN" altLang="en-US" sz="1600" dirty="0" smtClean="0">
              <a:solidFill>
                <a:srgbClr val="0000CC"/>
              </a:solidFill>
              <a:latin typeface="微软雅黑" charset="0"/>
              <a:ea typeface="微软雅黑"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089" y="2071678"/>
            <a:ext cx="3133725" cy="2148840"/>
          </a:xfrm>
          <a:prstGeom prst="rect">
            <a:avLst/>
          </a:prstGeom>
          <a:noFill/>
        </p:spPr>
        <p:txBody>
          <a:bodyPr>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自定义元件组成用量的公式</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可包含品号变量值、常数、简单逻辑计算以及内置函数</a:t>
            </a: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a:t>
            </a:r>
            <a:r>
              <a:rPr lang="en-US" altLang="zh-CN" sz="3600" b="1" dirty="0" smtClean="0">
                <a:latin typeface="Microsoft JhengHei" pitchFamily="34" charset="-120"/>
                <a:ea typeface="Microsoft JhengHei" pitchFamily="34" charset="-120"/>
              </a:rPr>
              <a:t>BOM</a:t>
            </a:r>
            <a:r>
              <a:rPr lang="zh-CN" altLang="en-US" sz="3600" b="1" dirty="0" smtClean="0">
                <a:latin typeface="Microsoft JhengHei" pitchFamily="34" charset="-120"/>
                <a:ea typeface="Microsoft JhengHei" pitchFamily="34" charset="-120"/>
              </a:rPr>
              <a:t>自动配置模板</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3131820" y="1556385"/>
            <a:ext cx="5895340" cy="505714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253048" y="1054418"/>
            <a:ext cx="8424862" cy="707886"/>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：研发人员通过此作业建立可选配的手动配置模板，包括模板编号、名称，以及可选择的元件列表、用量、损耗等。</a:t>
            </a:r>
            <a:endParaRPr lang="zh-CN" altLang="en-US" sz="2000" dirty="0">
              <a:latin typeface="微软雅黑" pitchFamily="34" charset="-122"/>
              <a:ea typeface="微软雅黑" pitchFamily="34" charset="-122"/>
            </a:endParaRPr>
          </a:p>
        </p:txBody>
      </p:sp>
      <p:sp>
        <p:nvSpPr>
          <p:cNvPr id="5" name="TextBox 4"/>
          <p:cNvSpPr txBox="1"/>
          <p:nvPr/>
        </p:nvSpPr>
        <p:spPr>
          <a:xfrm>
            <a:off x="179705" y="1701800"/>
            <a:ext cx="8797925" cy="132588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设定可更改配置用量与用料，满足企业业务需求</a:t>
            </a:r>
            <a:r>
              <a:rPr lang="en-US" altLang="zh-CN" sz="1800" dirty="0" smtClean="0">
                <a:solidFill>
                  <a:srgbClr val="0D0D0D"/>
                </a:solidFill>
                <a:latin typeface="微软雅黑" charset="0"/>
                <a:ea typeface="微软雅黑" charset="0"/>
              </a:rPr>
              <a:t>,</a:t>
            </a:r>
            <a:r>
              <a:rPr lang="zh-CN" altLang="en-US" sz="1800" dirty="0" smtClean="0">
                <a:solidFill>
                  <a:srgbClr val="0D0D0D"/>
                </a:solidFill>
                <a:latin typeface="微软雅黑" charset="0"/>
                <a:ea typeface="微软雅黑" charset="0"/>
              </a:rPr>
              <a:t>增加接单灵活性</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通过子件关系决定可选配的规则</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手动配置模板可以在不同主件下共用</a:t>
            </a: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a:t>
            </a:r>
            <a:r>
              <a:rPr lang="en-US" altLang="zh-CN" sz="3600" b="1" dirty="0" smtClean="0">
                <a:latin typeface="Microsoft JhengHei" pitchFamily="34" charset="-120"/>
                <a:ea typeface="Microsoft JhengHei" pitchFamily="34" charset="-120"/>
              </a:rPr>
              <a:t>BOM</a:t>
            </a:r>
            <a:r>
              <a:rPr lang="zh-CN" altLang="en-US" sz="3600" b="1" dirty="0" smtClean="0">
                <a:latin typeface="Microsoft JhengHei" pitchFamily="34" charset="-120"/>
                <a:ea typeface="Microsoft JhengHei" pitchFamily="34" charset="-120"/>
              </a:rPr>
              <a:t>手动配置模板</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1116965" y="2996565"/>
            <a:ext cx="7009765" cy="3815080"/>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428596" y="1079485"/>
            <a:ext cx="8424862" cy="1015663"/>
          </a:xfrm>
          <a:prstGeom prst="rect">
            <a:avLst/>
          </a:prstGeom>
          <a:noFill/>
          <a:ln w="9525">
            <a:noFill/>
            <a:miter lim="800000"/>
          </a:ln>
        </p:spPr>
        <p:txBody>
          <a:bodyPr wrap="square">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：当企业的配置产品各元件或属性间有反向约束限制关系时，可由研发工程人员通过此作业进行设置</a:t>
            </a:r>
            <a:r>
              <a:rPr lang="en-US" altLang="en-US" sz="2000" dirty="0" err="1" smtClean="0">
                <a:latin typeface="微软雅黑" pitchFamily="34" charset="-122"/>
                <a:ea typeface="微软雅黑" pitchFamily="34" charset="-122"/>
              </a:rPr>
              <a:t>configBOM</a:t>
            </a:r>
            <a:r>
              <a:rPr lang="zh-CN" altLang="en-US" sz="2000" dirty="0" smtClean="0">
                <a:latin typeface="微软雅黑" pitchFamily="34" charset="-122"/>
                <a:ea typeface="微软雅黑" pitchFamily="34" charset="-122"/>
              </a:rPr>
              <a:t>中跨阶层用料及用量的约束。以便后续实际产生客户</a:t>
            </a:r>
            <a:r>
              <a:rPr lang="en-US" altLang="en-US"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时能方便提示，自动控制。</a:t>
            </a:r>
            <a:endParaRPr lang="zh-CN" altLang="en-US" sz="2000" dirty="0">
              <a:latin typeface="微软雅黑" pitchFamily="34" charset="-122"/>
              <a:ea typeface="微软雅黑" pitchFamily="34" charset="-122"/>
            </a:endParaRPr>
          </a:p>
        </p:txBody>
      </p:sp>
      <p:sp>
        <p:nvSpPr>
          <p:cNvPr id="5" name="TextBox 4"/>
          <p:cNvSpPr txBox="1"/>
          <p:nvPr/>
        </p:nvSpPr>
        <p:spPr>
          <a:xfrm>
            <a:off x="142875" y="2071370"/>
            <a:ext cx="2376805" cy="420624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针对一整棵</a:t>
            </a:r>
            <a:r>
              <a:rPr lang="en-US" altLang="zh-CN" sz="1800" dirty="0" smtClean="0">
                <a:solidFill>
                  <a:srgbClr val="0D0D0D"/>
                </a:solidFill>
                <a:latin typeface="微软雅黑" charset="0"/>
                <a:ea typeface="微软雅黑" charset="0"/>
              </a:rPr>
              <a:t>BOM</a:t>
            </a:r>
            <a:r>
              <a:rPr lang="zh-CN" altLang="en-US" sz="1800" dirty="0" smtClean="0">
                <a:solidFill>
                  <a:srgbClr val="0D0D0D"/>
                </a:solidFill>
                <a:latin typeface="微软雅黑" charset="0"/>
                <a:ea typeface="微软雅黑" charset="0"/>
              </a:rPr>
              <a:t>树进行约束规则的设定</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可设定变量约束、料件约束以及用量约束</a:t>
            </a:r>
            <a:r>
              <a:rPr lang="en-US" altLang="zh-CN" sz="1800" dirty="0" smtClean="0">
                <a:solidFill>
                  <a:srgbClr val="0D0D0D"/>
                </a:solidFill>
                <a:latin typeface="微软雅黑" charset="0"/>
                <a:ea typeface="微软雅黑" charset="0"/>
              </a:rPr>
              <a:t>3</a:t>
            </a:r>
            <a:r>
              <a:rPr lang="zh-CN" altLang="en-US" sz="1800" dirty="0" smtClean="0">
                <a:solidFill>
                  <a:srgbClr val="0D0D0D"/>
                </a:solidFill>
                <a:latin typeface="微软雅黑" charset="0"/>
                <a:ea typeface="微软雅黑" charset="0"/>
              </a:rPr>
              <a:t>种</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通过变量、变量值以及常用函数产生公式脚本并可定义提示信息</a:t>
            </a: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维护产品配置约束</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2484755" y="2132965"/>
            <a:ext cx="6520180" cy="4472940"/>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253048" y="1054418"/>
            <a:ext cx="8424862"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：将</a:t>
            </a: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的内容用树状结构显示出来</a:t>
            </a:r>
            <a:endParaRPr lang="zh-CN" altLang="en-US" sz="2000" dirty="0">
              <a:latin typeface="微软雅黑" pitchFamily="34" charset="-122"/>
              <a:ea typeface="微软雅黑" pitchFamily="34" charset="-122"/>
            </a:endParaRPr>
          </a:p>
        </p:txBody>
      </p:sp>
      <p:sp>
        <p:nvSpPr>
          <p:cNvPr id="5" name="TextBox 4"/>
          <p:cNvSpPr txBox="1"/>
          <p:nvPr/>
        </p:nvSpPr>
        <p:spPr>
          <a:xfrm>
            <a:off x="142875" y="1353820"/>
            <a:ext cx="8839200" cy="173736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维护</a:t>
            </a:r>
            <a:r>
              <a:rPr lang="en-US" altLang="zh-CN" sz="1800" dirty="0" smtClean="0">
                <a:solidFill>
                  <a:srgbClr val="0D0D0D"/>
                </a:solidFill>
                <a:latin typeface="微软雅黑" charset="0"/>
                <a:ea typeface="微软雅黑" charset="0"/>
              </a:rPr>
              <a:t>BOM</a:t>
            </a:r>
            <a:r>
              <a:rPr lang="zh-CN" altLang="en-US" sz="1800" dirty="0" smtClean="0">
                <a:solidFill>
                  <a:srgbClr val="0D0D0D"/>
                </a:solidFill>
                <a:latin typeface="微软雅黑" charset="0"/>
                <a:ea typeface="微软雅黑" charset="0"/>
              </a:rPr>
              <a:t>信息的工具栏按钮“展阶”可以开启展阶画面</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不同类型的元件用不同的图标显示，便于识别</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可单阶、多阶、尾阶展开</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en-US" altLang="zh-TW" sz="3600" b="1" dirty="0" smtClean="0">
                <a:latin typeface="Microsoft JhengHei" pitchFamily="34" charset="-120"/>
                <a:ea typeface="Microsoft JhengHei" pitchFamily="34" charset="-120"/>
              </a:rPr>
              <a:t>BOM</a:t>
            </a:r>
            <a:r>
              <a:rPr lang="zh-CN" altLang="en-US" sz="3600" b="1" dirty="0" smtClean="0">
                <a:latin typeface="Microsoft JhengHei" pitchFamily="34" charset="-120"/>
                <a:ea typeface="Microsoft JhengHei" pitchFamily="34" charset="-120"/>
              </a:rPr>
              <a:t>展阶查询</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1403350" y="2636520"/>
            <a:ext cx="6348095" cy="4171950"/>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投影片編號版面配置區 2"/>
          <p:cNvSpPr txBox="1"/>
          <p:nvPr/>
        </p:nvSpPr>
        <p:spPr bwMode="auto">
          <a:xfrm>
            <a:off x="8550275" y="6383338"/>
            <a:ext cx="719138" cy="476250"/>
          </a:xfrm>
          <a:prstGeom prst="rect">
            <a:avLst/>
          </a:prstGeom>
          <a:noFill/>
          <a:ln w="9525">
            <a:noFill/>
            <a:miter lim="800000"/>
          </a:ln>
        </p:spPr>
        <p:txBody>
          <a:bodyPr/>
          <a:lstStyle/>
          <a:p>
            <a:fld id="{D3C3A733-9116-48AF-8239-7A570A5DF8A5}" type="slidenum">
              <a:rPr lang="en-US" altLang="zh-TW"/>
            </a:fld>
            <a:endParaRPr lang="en-US" altLang="zh-TW"/>
          </a:p>
        </p:txBody>
      </p:sp>
      <p:cxnSp>
        <p:nvCxnSpPr>
          <p:cNvPr id="34" name="直接连接符 8"/>
          <p:cNvCxnSpPr/>
          <p:nvPr/>
        </p:nvCxnSpPr>
        <p:spPr>
          <a:xfrm>
            <a:off x="395536" y="836712"/>
            <a:ext cx="680402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文字方塊 1"/>
          <p:cNvSpPr txBox="1">
            <a:spLocks noChangeArrowheads="1"/>
          </p:cNvSpPr>
          <p:nvPr/>
        </p:nvSpPr>
        <p:spPr bwMode="auto">
          <a:xfrm>
            <a:off x="323850" y="260648"/>
            <a:ext cx="8820150" cy="646113"/>
          </a:xfrm>
          <a:prstGeom prst="rect">
            <a:avLst/>
          </a:prstGeom>
          <a:noFill/>
          <a:ln w="9525">
            <a:noFill/>
            <a:miter lim="800000"/>
          </a:ln>
        </p:spPr>
        <p:txBody>
          <a:bodyPr>
            <a:spAutoFit/>
          </a:bodyPr>
          <a:lstStyle/>
          <a:p>
            <a:r>
              <a:rPr lang="zh-CN" altLang="en-US" sz="3600" b="1" dirty="0" smtClean="0">
                <a:latin typeface="SimHei" pitchFamily="49" charset="-122"/>
                <a:ea typeface="SimHei" pitchFamily="49" charset="-122"/>
              </a:rPr>
              <a:t>产品配置模拟流程</a:t>
            </a:r>
            <a:r>
              <a:rPr lang="en-US" altLang="zh-CN" sz="3600" b="1" dirty="0" smtClean="0">
                <a:latin typeface="SimHei" pitchFamily="49" charset="-122"/>
                <a:ea typeface="SimHei" pitchFamily="49" charset="-122"/>
              </a:rPr>
              <a:t>-</a:t>
            </a:r>
            <a:r>
              <a:rPr lang="zh-CN" altLang="en-US" sz="3600" b="1" dirty="0" smtClean="0">
                <a:latin typeface="SimHei" pitchFamily="49" charset="-122"/>
                <a:ea typeface="SimHei" pitchFamily="49" charset="-122"/>
              </a:rPr>
              <a:t>业务场景</a:t>
            </a:r>
            <a:endParaRPr lang="zh-TW" altLang="en-US" sz="2400" b="1" dirty="0">
              <a:latin typeface="SimHei" pitchFamily="49" charset="-122"/>
              <a:ea typeface="SimHei" pitchFamily="49" charset="-122"/>
            </a:endParaRPr>
          </a:p>
        </p:txBody>
      </p:sp>
      <p:pic>
        <p:nvPicPr>
          <p:cNvPr id="3" name="图片 2" descr="{_9RV)LDVU@%D8$`2~31GEI"/>
          <p:cNvPicPr>
            <a:picLocks noChangeAspect="1"/>
          </p:cNvPicPr>
          <p:nvPr/>
        </p:nvPicPr>
        <p:blipFill>
          <a:blip r:embed="rId1"/>
          <a:stretch>
            <a:fillRect/>
          </a:stretch>
        </p:blipFill>
        <p:spPr>
          <a:xfrm>
            <a:off x="-10795" y="764540"/>
            <a:ext cx="9150350" cy="5975985"/>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投影片編號版面配置區 2"/>
          <p:cNvSpPr txBox="1"/>
          <p:nvPr/>
        </p:nvSpPr>
        <p:spPr bwMode="auto">
          <a:xfrm>
            <a:off x="8550275" y="6383338"/>
            <a:ext cx="719138" cy="476250"/>
          </a:xfrm>
          <a:prstGeom prst="rect">
            <a:avLst/>
          </a:prstGeom>
          <a:noFill/>
          <a:ln w="9525">
            <a:noFill/>
            <a:miter lim="800000"/>
          </a:ln>
        </p:spPr>
        <p:txBody>
          <a:bodyPr/>
          <a:lstStyle/>
          <a:p>
            <a:fld id="{D3C3A733-9116-48AF-8239-7A570A5DF8A5}" type="slidenum">
              <a:rPr lang="en-US" altLang="zh-TW"/>
            </a:fld>
            <a:endParaRPr lang="en-US" altLang="zh-TW"/>
          </a:p>
        </p:txBody>
      </p:sp>
      <p:grpSp>
        <p:nvGrpSpPr>
          <p:cNvPr id="2" name="组合 41"/>
          <p:cNvGrpSpPr/>
          <p:nvPr/>
        </p:nvGrpSpPr>
        <p:grpSpPr>
          <a:xfrm>
            <a:off x="2051720" y="1412776"/>
            <a:ext cx="1872208" cy="5184576"/>
            <a:chOff x="2123728" y="1052736"/>
            <a:chExt cx="1800200" cy="6295556"/>
          </a:xfrm>
        </p:grpSpPr>
        <p:sp>
          <p:nvSpPr>
            <p:cNvPr id="93" name="Rectangle 5"/>
            <p:cNvSpPr>
              <a:spLocks noChangeArrowheads="1"/>
            </p:cNvSpPr>
            <p:nvPr/>
          </p:nvSpPr>
          <p:spPr bwMode="auto">
            <a:xfrm>
              <a:off x="2195736" y="2074598"/>
              <a:ext cx="1728192" cy="418298"/>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en-US" sz="1400" dirty="0" smtClean="0">
                  <a:latin typeface="SimSun" pitchFamily="2" charset="-122"/>
                  <a:ea typeface="SimSun" pitchFamily="2" charset="-122"/>
                </a:rPr>
                <a:t>给定变量值</a:t>
              </a:r>
              <a:endParaRPr lang="zh-TW" altLang="en-US" sz="1400" dirty="0">
                <a:latin typeface="SimSun" pitchFamily="2" charset="-122"/>
                <a:ea typeface="SimSun" pitchFamily="2" charset="-122"/>
              </a:endParaRPr>
            </a:p>
          </p:txBody>
        </p:sp>
        <p:cxnSp>
          <p:nvCxnSpPr>
            <p:cNvPr id="19" name="直接箭头连接符 18"/>
            <p:cNvCxnSpPr>
              <a:endCxn id="93" idx="0"/>
            </p:cNvCxnSpPr>
            <p:nvPr/>
          </p:nvCxnSpPr>
          <p:spPr>
            <a:xfrm rot="5400000">
              <a:off x="2800929" y="1815695"/>
              <a:ext cx="517806" cy="1588"/>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0" name="六边形 19"/>
            <p:cNvSpPr/>
            <p:nvPr/>
          </p:nvSpPr>
          <p:spPr>
            <a:xfrm>
              <a:off x="2123728" y="1052736"/>
              <a:ext cx="1800200" cy="504056"/>
            </a:xfrm>
            <a:prstGeom prst="hexagon">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r>
                <a:rPr lang="zh-CN" altLang="en-US" sz="1400" dirty="0" smtClean="0">
                  <a:latin typeface="SimSun" pitchFamily="2" charset="-122"/>
                  <a:ea typeface="SimSun" pitchFamily="2" charset="-122"/>
                </a:rPr>
                <a:t>开始</a:t>
              </a:r>
              <a:endParaRPr lang="zh-CN" altLang="en-US" sz="1400" dirty="0">
                <a:latin typeface="SimSun" pitchFamily="2" charset="-122"/>
                <a:ea typeface="SimSun" pitchFamily="2" charset="-122"/>
              </a:endParaRPr>
            </a:p>
          </p:txBody>
        </p:sp>
        <p:cxnSp>
          <p:nvCxnSpPr>
            <p:cNvPr id="28" name="直接箭头连接符 27"/>
            <p:cNvCxnSpPr/>
            <p:nvPr/>
          </p:nvCxnSpPr>
          <p:spPr>
            <a:xfrm rot="5400000">
              <a:off x="2801723" y="2751005"/>
              <a:ext cx="517806" cy="1588"/>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9" name="Rectangle 5"/>
            <p:cNvSpPr>
              <a:spLocks noChangeArrowheads="1"/>
            </p:cNvSpPr>
            <p:nvPr/>
          </p:nvSpPr>
          <p:spPr bwMode="auto">
            <a:xfrm>
              <a:off x="2195736" y="2996952"/>
              <a:ext cx="1728192" cy="418298"/>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en-US" sz="1400" dirty="0" smtClean="0">
                  <a:latin typeface="SimSun" pitchFamily="2" charset="-122"/>
                  <a:ea typeface="SimSun" pitchFamily="2" charset="-122"/>
                </a:rPr>
                <a:t>模拟</a:t>
              </a:r>
              <a:r>
                <a:rPr lang="en-US" altLang="zh-CN" sz="1400" dirty="0" err="1" smtClean="0">
                  <a:latin typeface="SimSun" pitchFamily="2" charset="-122"/>
                  <a:ea typeface="SimSun" pitchFamily="2" charset="-122"/>
                </a:rPr>
                <a:t>CustomerBOM</a:t>
              </a:r>
              <a:endParaRPr lang="zh-TW" altLang="en-US" sz="1400" dirty="0" smtClean="0">
                <a:latin typeface="SimSun" pitchFamily="2" charset="-122"/>
                <a:ea typeface="SimSun" pitchFamily="2" charset="-122"/>
              </a:endParaRPr>
            </a:p>
          </p:txBody>
        </p:sp>
        <p:sp>
          <p:nvSpPr>
            <p:cNvPr id="30" name="Rectangle 5"/>
            <p:cNvSpPr>
              <a:spLocks noChangeArrowheads="1"/>
            </p:cNvSpPr>
            <p:nvPr/>
          </p:nvSpPr>
          <p:spPr bwMode="auto">
            <a:xfrm>
              <a:off x="2195736" y="3946806"/>
              <a:ext cx="1728192" cy="418298"/>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en-US" sz="1400" dirty="0" smtClean="0">
                  <a:latin typeface="SimSun" pitchFamily="2" charset="-122"/>
                  <a:ea typeface="SimSun" pitchFamily="2" charset="-122"/>
                </a:rPr>
                <a:t>约束检查</a:t>
              </a:r>
              <a:endParaRPr lang="zh-TW" altLang="en-US" sz="1400" dirty="0" smtClean="0">
                <a:latin typeface="SimSun" pitchFamily="2" charset="-122"/>
                <a:ea typeface="SimSun" pitchFamily="2" charset="-122"/>
              </a:endParaRPr>
            </a:p>
          </p:txBody>
        </p:sp>
        <p:cxnSp>
          <p:nvCxnSpPr>
            <p:cNvPr id="31" name="直接箭头连接符 30"/>
            <p:cNvCxnSpPr>
              <a:stCxn id="29" idx="2"/>
              <a:endCxn id="30" idx="0"/>
            </p:cNvCxnSpPr>
            <p:nvPr/>
          </p:nvCxnSpPr>
          <p:spPr>
            <a:xfrm rot="5400000">
              <a:off x="2794054" y="3681028"/>
              <a:ext cx="531556" cy="1588"/>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5"/>
            <p:cNvSpPr>
              <a:spLocks noChangeArrowheads="1"/>
            </p:cNvSpPr>
            <p:nvPr/>
          </p:nvSpPr>
          <p:spPr bwMode="auto">
            <a:xfrm>
              <a:off x="2195736" y="4882910"/>
              <a:ext cx="1728192" cy="418298"/>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en-US" sz="1400" dirty="0" smtClean="0">
                  <a:latin typeface="SimSun" pitchFamily="2" charset="-122"/>
                  <a:ea typeface="SimSun" pitchFamily="2" charset="-122"/>
                </a:rPr>
                <a:t>重复性检查</a:t>
              </a:r>
              <a:endParaRPr lang="zh-TW" altLang="en-US" sz="1400" dirty="0" smtClean="0">
                <a:latin typeface="SimSun" pitchFamily="2" charset="-122"/>
                <a:ea typeface="SimSun" pitchFamily="2" charset="-122"/>
              </a:endParaRPr>
            </a:p>
          </p:txBody>
        </p:sp>
        <p:cxnSp>
          <p:nvCxnSpPr>
            <p:cNvPr id="36" name="直接箭头连接符 35"/>
            <p:cNvCxnSpPr>
              <a:endCxn id="35" idx="0"/>
            </p:cNvCxnSpPr>
            <p:nvPr/>
          </p:nvCxnSpPr>
          <p:spPr>
            <a:xfrm rot="5400000">
              <a:off x="2794054" y="4617132"/>
              <a:ext cx="531556" cy="1588"/>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7" name="Rectangle 5"/>
            <p:cNvSpPr>
              <a:spLocks noChangeArrowheads="1"/>
            </p:cNvSpPr>
            <p:nvPr/>
          </p:nvSpPr>
          <p:spPr bwMode="auto">
            <a:xfrm>
              <a:off x="2195736" y="5819014"/>
              <a:ext cx="1728192" cy="567458"/>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en-US" sz="1400" dirty="0" smtClean="0">
                  <a:latin typeface="SimSun" pitchFamily="2" charset="-122"/>
                  <a:ea typeface="SimSun" pitchFamily="2" charset="-122"/>
                </a:rPr>
                <a:t>生成特征码</a:t>
              </a:r>
              <a:endParaRPr lang="en-US" altLang="zh-CN" sz="1400" dirty="0" smtClean="0">
                <a:latin typeface="SimSun" pitchFamily="2" charset="-122"/>
                <a:ea typeface="SimSun" pitchFamily="2" charset="-122"/>
              </a:endParaRPr>
            </a:p>
            <a:p>
              <a:pPr algn="ctr">
                <a:defRPr/>
              </a:pPr>
              <a:r>
                <a:rPr lang="zh-CN" altLang="en-US" sz="1400" dirty="0" smtClean="0">
                  <a:latin typeface="SimSun" pitchFamily="2" charset="-122"/>
                  <a:ea typeface="SimSun" pitchFamily="2" charset="-122"/>
                </a:rPr>
                <a:t>生成</a:t>
              </a:r>
              <a:r>
                <a:rPr lang="en-US" altLang="zh-CN" sz="1400" dirty="0" err="1" smtClean="0">
                  <a:latin typeface="SimSun" pitchFamily="2" charset="-122"/>
                  <a:ea typeface="SimSun" pitchFamily="2" charset="-122"/>
                </a:rPr>
                <a:t>CustomerBOM</a:t>
              </a:r>
              <a:endParaRPr lang="zh-TW" altLang="en-US" sz="1400" dirty="0" smtClean="0">
                <a:latin typeface="SimSun" pitchFamily="2" charset="-122"/>
                <a:ea typeface="SimSun" pitchFamily="2" charset="-122"/>
              </a:endParaRPr>
            </a:p>
          </p:txBody>
        </p:sp>
        <p:cxnSp>
          <p:nvCxnSpPr>
            <p:cNvPr id="38" name="直接箭头连接符 37"/>
            <p:cNvCxnSpPr>
              <a:endCxn id="37" idx="0"/>
            </p:cNvCxnSpPr>
            <p:nvPr/>
          </p:nvCxnSpPr>
          <p:spPr>
            <a:xfrm rot="5400000">
              <a:off x="2794848" y="5553236"/>
              <a:ext cx="530762" cy="794"/>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9" name="Rectangle 5"/>
            <p:cNvSpPr>
              <a:spLocks noChangeArrowheads="1"/>
            </p:cNvSpPr>
            <p:nvPr/>
          </p:nvSpPr>
          <p:spPr bwMode="auto">
            <a:xfrm>
              <a:off x="2195736" y="6929994"/>
              <a:ext cx="1728192" cy="418298"/>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en-US" sz="1400" dirty="0" smtClean="0">
                  <a:latin typeface="SimSun" pitchFamily="2" charset="-122"/>
                  <a:ea typeface="SimSun" pitchFamily="2" charset="-122"/>
                </a:rPr>
                <a:t>预览</a:t>
              </a:r>
              <a:r>
                <a:rPr lang="en-US" altLang="zh-CN" sz="1400" dirty="0" err="1" smtClean="0">
                  <a:latin typeface="SimSun" pitchFamily="2" charset="-122"/>
                  <a:ea typeface="SimSun" pitchFamily="2" charset="-122"/>
                </a:rPr>
                <a:t>CustomerBOM</a:t>
              </a:r>
              <a:endParaRPr lang="zh-TW" altLang="en-US" sz="1400" dirty="0" smtClean="0">
                <a:latin typeface="SimSun" pitchFamily="2" charset="-122"/>
                <a:ea typeface="SimSun" pitchFamily="2" charset="-122"/>
              </a:endParaRPr>
            </a:p>
          </p:txBody>
        </p:sp>
        <p:cxnSp>
          <p:nvCxnSpPr>
            <p:cNvPr id="40" name="直接箭头连接符 39"/>
            <p:cNvCxnSpPr>
              <a:endCxn id="39" idx="0"/>
            </p:cNvCxnSpPr>
            <p:nvPr/>
          </p:nvCxnSpPr>
          <p:spPr>
            <a:xfrm rot="5400000">
              <a:off x="2794054" y="6664216"/>
              <a:ext cx="531556" cy="1588"/>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4" name="AutoShape 18"/>
          <p:cNvSpPr/>
          <p:nvPr/>
        </p:nvSpPr>
        <p:spPr bwMode="auto">
          <a:xfrm>
            <a:off x="5436096" y="1950207"/>
            <a:ext cx="3240360" cy="3749674"/>
          </a:xfrm>
          <a:prstGeom prst="borderCallout2">
            <a:avLst>
              <a:gd name="adj1" fmla="val 3176"/>
              <a:gd name="adj2" fmla="val -2579"/>
              <a:gd name="adj3" fmla="val 3176"/>
              <a:gd name="adj4" fmla="val -25324"/>
              <a:gd name="adj5" fmla="val 14990"/>
              <a:gd name="adj6" fmla="val -40265"/>
            </a:avLst>
          </a:prstGeom>
        </p:spPr>
        <p:style>
          <a:lnRef idx="1">
            <a:schemeClr val="accent6"/>
          </a:lnRef>
          <a:fillRef idx="2">
            <a:schemeClr val="accent6"/>
          </a:fillRef>
          <a:effectRef idx="1">
            <a:schemeClr val="accent6"/>
          </a:effectRef>
          <a:fontRef idx="minor">
            <a:schemeClr val="dk1"/>
          </a:fontRef>
        </p:style>
        <p:txBody>
          <a:bodyPr wrap="square" tIns="46800" anchor="ctr" anchorCtr="0">
            <a:spAutoFit/>
          </a:bodyPr>
          <a:lstStyle/>
          <a:p>
            <a:pPr>
              <a:lnSpc>
                <a:spcPct val="150000"/>
              </a:lnSpc>
              <a:defRPr/>
            </a:pPr>
            <a:r>
              <a:rPr lang="zh-TW" altLang="en-US" sz="1600" dirty="0" smtClean="0">
                <a:solidFill>
                  <a:srgbClr val="0000CC"/>
                </a:solidFill>
                <a:latin typeface="微软雅黑" charset="0"/>
                <a:ea typeface="微软雅黑" charset="0"/>
              </a:rPr>
              <a:t>特色</a:t>
            </a:r>
            <a:r>
              <a:rPr lang="en-US" altLang="zh-TW" sz="1600" dirty="0">
                <a:solidFill>
                  <a:srgbClr val="0000CC"/>
                </a:solidFill>
                <a:latin typeface="微软雅黑" charset="0"/>
                <a:ea typeface="微软雅黑" charset="0"/>
              </a:rPr>
              <a:t>:</a:t>
            </a:r>
            <a:endParaRPr lang="en-US" altLang="zh-TW" sz="1600" dirty="0">
              <a:solidFill>
                <a:srgbClr val="0000CC"/>
              </a:solidFill>
              <a:latin typeface="微软雅黑" charset="0"/>
              <a:ea typeface="微软雅黑" charset="0"/>
            </a:endParaRPr>
          </a:p>
          <a:p>
            <a:pPr>
              <a:lnSpc>
                <a:spcPct val="150000"/>
              </a:lnSpc>
              <a:defRPr/>
            </a:pPr>
            <a:r>
              <a:rPr lang="en-US" altLang="zh-TW" sz="1600" dirty="0" smtClean="0">
                <a:solidFill>
                  <a:srgbClr val="0000CC"/>
                </a:solidFill>
                <a:latin typeface="微软雅黑" charset="0"/>
                <a:ea typeface="微软雅黑" charset="0"/>
              </a:rPr>
              <a:t>1</a:t>
            </a:r>
            <a:r>
              <a:rPr lang="zh-CN" altLang="en-US" sz="1600" dirty="0" smtClean="0">
                <a:solidFill>
                  <a:srgbClr val="0000CC"/>
                </a:solidFill>
                <a:latin typeface="微软雅黑" charset="0"/>
                <a:ea typeface="微软雅黑" charset="0"/>
              </a:rPr>
              <a:t>、用于</a:t>
            </a:r>
            <a:r>
              <a:rPr lang="en-US" altLang="zh-CN" sz="1600" dirty="0" err="1" smtClean="0">
                <a:solidFill>
                  <a:srgbClr val="0000CC"/>
                </a:solidFill>
                <a:latin typeface="微软雅黑" charset="0"/>
                <a:ea typeface="微软雅黑" charset="0"/>
              </a:rPr>
              <a:t>ConfigBOM</a:t>
            </a:r>
            <a:r>
              <a:rPr lang="zh-CN" altLang="en-US" sz="1600" dirty="0" smtClean="0">
                <a:solidFill>
                  <a:srgbClr val="0000CC"/>
                </a:solidFill>
                <a:latin typeface="微软雅黑" charset="0"/>
                <a:ea typeface="微软雅黑" charset="0"/>
              </a:rPr>
              <a:t>配置检查</a:t>
            </a:r>
            <a:r>
              <a:rPr lang="en-US" altLang="zh-CN" sz="1600" dirty="0" smtClean="0">
                <a:solidFill>
                  <a:srgbClr val="0000CC"/>
                </a:solidFill>
                <a:latin typeface="微软雅黑" charset="0"/>
                <a:ea typeface="微软雅黑" charset="0"/>
              </a:rPr>
              <a:t>,</a:t>
            </a:r>
            <a:r>
              <a:rPr lang="zh-CN" altLang="en-US" sz="1600" dirty="0" smtClean="0">
                <a:solidFill>
                  <a:srgbClr val="0000CC"/>
                </a:solidFill>
                <a:latin typeface="微软雅黑" charset="0"/>
                <a:ea typeface="微软雅黑" charset="0"/>
              </a:rPr>
              <a:t>也用于</a:t>
            </a:r>
            <a:r>
              <a:rPr lang="en-US" altLang="zh-CN" sz="1600" dirty="0" err="1" smtClean="0">
                <a:solidFill>
                  <a:srgbClr val="0000CC"/>
                </a:solidFill>
                <a:latin typeface="微软雅黑" charset="0"/>
                <a:ea typeface="微软雅黑" charset="0"/>
              </a:rPr>
              <a:t>CustomerBOM</a:t>
            </a:r>
            <a:r>
              <a:rPr lang="zh-CN" altLang="en-US" sz="1600" dirty="0" smtClean="0">
                <a:solidFill>
                  <a:srgbClr val="0000CC"/>
                </a:solidFill>
                <a:latin typeface="微软雅黑" charset="0"/>
                <a:ea typeface="微软雅黑" charset="0"/>
              </a:rPr>
              <a:t>生成。</a:t>
            </a:r>
            <a:endParaRPr lang="en-US" altLang="zh-CN" sz="1600" dirty="0" smtClean="0">
              <a:solidFill>
                <a:srgbClr val="0000CC"/>
              </a:solidFill>
              <a:latin typeface="微软雅黑" charset="0"/>
              <a:ea typeface="微软雅黑" charset="0"/>
            </a:endParaRPr>
          </a:p>
          <a:p>
            <a:pPr>
              <a:lnSpc>
                <a:spcPct val="150000"/>
              </a:lnSpc>
              <a:defRPr/>
            </a:pPr>
            <a:r>
              <a:rPr lang="en-US" altLang="zh-TW" sz="1600" dirty="0" smtClean="0">
                <a:solidFill>
                  <a:srgbClr val="0000CC"/>
                </a:solidFill>
                <a:latin typeface="微软雅黑" charset="0"/>
                <a:ea typeface="微软雅黑" charset="0"/>
              </a:rPr>
              <a:t>2</a:t>
            </a:r>
            <a:r>
              <a:rPr lang="zh-CN" altLang="en-US" sz="1600" dirty="0" smtClean="0">
                <a:solidFill>
                  <a:srgbClr val="0000CC"/>
                </a:solidFill>
                <a:latin typeface="微软雅黑" charset="0"/>
                <a:ea typeface="微软雅黑" charset="0"/>
              </a:rPr>
              <a:t>、可对套餐式和设计式产品配置。</a:t>
            </a:r>
            <a:endParaRPr lang="en-US" altLang="zh-CN" sz="1600" dirty="0" smtClean="0">
              <a:solidFill>
                <a:srgbClr val="0000CC"/>
              </a:solidFill>
              <a:latin typeface="微软雅黑" charset="0"/>
              <a:ea typeface="微软雅黑" charset="0"/>
            </a:endParaRPr>
          </a:p>
          <a:p>
            <a:pPr>
              <a:lnSpc>
                <a:spcPct val="150000"/>
              </a:lnSpc>
              <a:defRPr/>
            </a:pPr>
            <a:r>
              <a:rPr lang="en-US" altLang="zh-CN" sz="1600" dirty="0" smtClean="0">
                <a:solidFill>
                  <a:srgbClr val="0000CC"/>
                </a:solidFill>
                <a:latin typeface="微软雅黑" charset="0"/>
                <a:ea typeface="微软雅黑" charset="0"/>
              </a:rPr>
              <a:t>3</a:t>
            </a:r>
            <a:r>
              <a:rPr lang="zh-CN" altLang="en-US" sz="1600" dirty="0" smtClean="0">
                <a:solidFill>
                  <a:srgbClr val="0000CC"/>
                </a:solidFill>
                <a:latin typeface="微软雅黑" charset="0"/>
                <a:ea typeface="微软雅黑" charset="0"/>
              </a:rPr>
              <a:t>、自动校验产品配置的各项约束。</a:t>
            </a:r>
            <a:endParaRPr lang="en-US" altLang="zh-CN" sz="1600" dirty="0" smtClean="0">
              <a:solidFill>
                <a:srgbClr val="0000CC"/>
              </a:solidFill>
              <a:latin typeface="微软雅黑" charset="0"/>
              <a:ea typeface="微软雅黑" charset="0"/>
            </a:endParaRPr>
          </a:p>
          <a:p>
            <a:pPr>
              <a:lnSpc>
                <a:spcPct val="150000"/>
              </a:lnSpc>
              <a:defRPr/>
            </a:pPr>
            <a:r>
              <a:rPr lang="en-US" altLang="zh-CN" sz="1600" dirty="0" smtClean="0">
                <a:solidFill>
                  <a:srgbClr val="0000CC"/>
                </a:solidFill>
                <a:latin typeface="微软雅黑" charset="0"/>
                <a:ea typeface="微软雅黑" charset="0"/>
              </a:rPr>
              <a:t>4</a:t>
            </a:r>
            <a:r>
              <a:rPr lang="zh-CN" altLang="en-US" sz="1600" dirty="0" smtClean="0">
                <a:solidFill>
                  <a:srgbClr val="0000CC"/>
                </a:solidFill>
                <a:latin typeface="微软雅黑" charset="0"/>
                <a:ea typeface="微软雅黑" charset="0"/>
              </a:rPr>
              <a:t>、设计式自动生成品号新特征码。</a:t>
            </a:r>
            <a:endParaRPr lang="en-US" altLang="zh-CN" sz="1600" dirty="0" smtClean="0">
              <a:solidFill>
                <a:srgbClr val="0000CC"/>
              </a:solidFill>
              <a:latin typeface="微软雅黑" charset="0"/>
              <a:ea typeface="微软雅黑" charset="0"/>
            </a:endParaRPr>
          </a:p>
          <a:p>
            <a:pPr>
              <a:lnSpc>
                <a:spcPct val="150000"/>
              </a:lnSpc>
              <a:defRPr/>
            </a:pPr>
            <a:r>
              <a:rPr lang="en-US" altLang="zh-TW" sz="1600" dirty="0" smtClean="0">
                <a:solidFill>
                  <a:srgbClr val="0000CC"/>
                </a:solidFill>
                <a:latin typeface="微软雅黑" charset="0"/>
                <a:ea typeface="微软雅黑" charset="0"/>
              </a:rPr>
              <a:t>5</a:t>
            </a:r>
            <a:r>
              <a:rPr lang="zh-CN" altLang="en-US" sz="1600" dirty="0" smtClean="0">
                <a:solidFill>
                  <a:srgbClr val="0000CC"/>
                </a:solidFill>
                <a:latin typeface="微软雅黑" charset="0"/>
                <a:ea typeface="微软雅黑" charset="0"/>
              </a:rPr>
              <a:t>、自动做重复性检查，若之前已配置过相同结构产品，则无需再次产生基础资料</a:t>
            </a:r>
            <a:r>
              <a:rPr lang="en-US" altLang="zh-CN" sz="1600" dirty="0" smtClean="0">
                <a:solidFill>
                  <a:srgbClr val="0000CC"/>
                </a:solidFill>
                <a:latin typeface="微软雅黑" charset="0"/>
                <a:ea typeface="微软雅黑" charset="0"/>
              </a:rPr>
              <a:t>(</a:t>
            </a:r>
            <a:r>
              <a:rPr lang="zh-CN" altLang="en-US" sz="1600" dirty="0" smtClean="0">
                <a:solidFill>
                  <a:srgbClr val="0000CC"/>
                </a:solidFill>
                <a:latin typeface="微软雅黑" charset="0"/>
                <a:ea typeface="微软雅黑" charset="0"/>
              </a:rPr>
              <a:t>品号特征码、客户</a:t>
            </a:r>
            <a:r>
              <a:rPr lang="en-US" altLang="zh-CN" sz="1600" dirty="0" smtClean="0">
                <a:solidFill>
                  <a:srgbClr val="0000CC"/>
                </a:solidFill>
                <a:latin typeface="微软雅黑" charset="0"/>
                <a:ea typeface="微软雅黑" charset="0"/>
              </a:rPr>
              <a:t>BOM)</a:t>
            </a:r>
            <a:endParaRPr lang="en-US" altLang="zh-TW" sz="1600" dirty="0" smtClean="0">
              <a:solidFill>
                <a:srgbClr val="0000CC"/>
              </a:solidFill>
              <a:latin typeface="微软雅黑" charset="0"/>
              <a:ea typeface="微软雅黑" charset="0"/>
            </a:endParaRPr>
          </a:p>
        </p:txBody>
      </p:sp>
      <p:sp>
        <p:nvSpPr>
          <p:cNvPr id="21" name="文字方塊 1"/>
          <p:cNvSpPr txBox="1">
            <a:spLocks noChangeArrowheads="1"/>
          </p:cNvSpPr>
          <p:nvPr/>
        </p:nvSpPr>
        <p:spPr bwMode="auto">
          <a:xfrm>
            <a:off x="280988" y="476250"/>
            <a:ext cx="882015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 </a:t>
            </a:r>
            <a:r>
              <a:rPr lang="zh-CN" altLang="en-US" sz="3600" b="1" dirty="0" smtClean="0">
                <a:latin typeface="Microsoft JhengHei" pitchFamily="34" charset="-120"/>
                <a:ea typeface="Microsoft JhengHei" pitchFamily="34" charset="-120"/>
              </a:rPr>
              <a:t>产品配置模拟</a:t>
            </a:r>
            <a:r>
              <a:rPr lang="zh-CN" altLang="en-US" sz="3600" b="1" dirty="0" smtClean="0">
                <a:latin typeface="SimHei" pitchFamily="49" charset="-122"/>
                <a:ea typeface="SimHei" pitchFamily="49" charset="-122"/>
              </a:rPr>
              <a:t>流程</a:t>
            </a:r>
            <a:endParaRPr lang="zh-TW" altLang="en-US" sz="3600" b="1" dirty="0">
              <a:latin typeface="SimHei" pitchFamily="49" charset="-122"/>
              <a:ea typeface="SimHei" pitchFamily="49"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324803" y="1007428"/>
            <a:ext cx="8424862" cy="1015663"/>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：针对有配置模板的品号，可根据用户选择的属性值，安装模板内容自动展开</a:t>
            </a: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结果进行配置模拟并可产生</a:t>
            </a:r>
            <a:r>
              <a:rPr lang="en-US" altLang="zh-CN" sz="2000" dirty="0" err="1" smtClean="0">
                <a:latin typeface="微软雅黑" pitchFamily="34" charset="-122"/>
                <a:ea typeface="微软雅黑" pitchFamily="34" charset="-122"/>
              </a:rPr>
              <a:t>CustomerBom</a:t>
            </a:r>
            <a:r>
              <a:rPr lang="zh-CN" altLang="en-US" sz="2000" dirty="0" smtClean="0">
                <a:latin typeface="微软雅黑" pitchFamily="34" charset="-122"/>
                <a:ea typeface="微软雅黑" pitchFamily="34" charset="-122"/>
              </a:rPr>
              <a:t>以及特征码信息</a:t>
            </a:r>
            <a:endParaRPr lang="zh-CN" altLang="en-US" sz="2000" dirty="0">
              <a:latin typeface="微软雅黑" pitchFamily="34" charset="-122"/>
              <a:ea typeface="微软雅黑" pitchFamily="34" charset="-122"/>
            </a:endParaRPr>
          </a:p>
        </p:txBody>
      </p:sp>
      <p:sp>
        <p:nvSpPr>
          <p:cNvPr id="5" name="TextBox 4"/>
          <p:cNvSpPr txBox="1"/>
          <p:nvPr/>
        </p:nvSpPr>
        <p:spPr>
          <a:xfrm>
            <a:off x="-91327" y="2149735"/>
            <a:ext cx="3349036" cy="472440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600" dirty="0" smtClean="0">
                <a:solidFill>
                  <a:srgbClr val="0D0D0D"/>
                </a:solidFill>
                <a:latin typeface="微软雅黑" charset="0"/>
                <a:ea typeface="微软雅黑" charset="0"/>
              </a:rPr>
              <a:t>画面中的属性项根据品号变量分类的内容动态产生</a:t>
            </a:r>
            <a:endParaRPr lang="en-US" altLang="zh-CN" sz="16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600" dirty="0" smtClean="0">
                <a:solidFill>
                  <a:srgbClr val="0D0D0D"/>
                </a:solidFill>
                <a:latin typeface="微软雅黑" charset="0"/>
                <a:ea typeface="微软雅黑" charset="0"/>
              </a:rPr>
              <a:t>如果是事先定义特征码的品号，选择特征码后将自动带出各属性项的值</a:t>
            </a:r>
            <a:endParaRPr lang="en-US" altLang="zh-CN" sz="16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600" dirty="0" smtClean="0">
                <a:solidFill>
                  <a:srgbClr val="0D0D0D"/>
                </a:solidFill>
                <a:latin typeface="微软雅黑" charset="0"/>
                <a:ea typeface="微软雅黑" charset="0"/>
              </a:rPr>
              <a:t>可</a:t>
            </a:r>
            <a:r>
              <a:rPr lang="zh-CN" altLang="en-US" sz="1600" dirty="0">
                <a:solidFill>
                  <a:srgbClr val="0D0D0D"/>
                </a:solidFill>
                <a:latin typeface="微软雅黑" charset="0"/>
                <a:ea typeface="微软雅黑" charset="0"/>
              </a:rPr>
              <a:t>在</a:t>
            </a:r>
            <a:r>
              <a:rPr lang="zh-CN" altLang="en-US" sz="1600" dirty="0" smtClean="0">
                <a:solidFill>
                  <a:srgbClr val="0D0D0D"/>
                </a:solidFill>
                <a:latin typeface="微软雅黑" charset="0"/>
                <a:ea typeface="微软雅黑" charset="0"/>
              </a:rPr>
              <a:t>特征码栏位通过</a:t>
            </a:r>
            <a:r>
              <a:rPr lang="en-US" altLang="zh-CN" sz="1600" dirty="0" smtClean="0">
                <a:solidFill>
                  <a:srgbClr val="0D0D0D"/>
                </a:solidFill>
                <a:latin typeface="微软雅黑" charset="0"/>
                <a:ea typeface="微软雅黑" charset="0"/>
              </a:rPr>
              <a:t>[F2</a:t>
            </a:r>
            <a:r>
              <a:rPr lang="zh-CN" altLang="en-US" sz="1600" dirty="0" smtClean="0">
                <a:solidFill>
                  <a:srgbClr val="0D0D0D"/>
                </a:solidFill>
                <a:latin typeface="微软雅黑" charset="0"/>
                <a:ea typeface="微软雅黑" charset="0"/>
              </a:rPr>
              <a:t>复制已有特征码属性值</a:t>
            </a:r>
            <a:r>
              <a:rPr lang="en-US" altLang="zh-CN" sz="1600" dirty="0" smtClean="0">
                <a:solidFill>
                  <a:srgbClr val="0D0D0D"/>
                </a:solidFill>
                <a:latin typeface="微软雅黑" charset="0"/>
                <a:ea typeface="微软雅黑" charset="0"/>
              </a:rPr>
              <a:t>]</a:t>
            </a:r>
            <a:r>
              <a:rPr lang="zh-CN" altLang="en-US" sz="1600" dirty="0" smtClean="0">
                <a:solidFill>
                  <a:srgbClr val="0D0D0D"/>
                </a:solidFill>
                <a:latin typeface="微软雅黑" charset="0"/>
                <a:ea typeface="微软雅黑" charset="0"/>
              </a:rPr>
              <a:t>带出各属性值再进行修改，减少配置时用户输入属性值的工作量</a:t>
            </a:r>
            <a:endParaRPr lang="en-US" altLang="zh-CN" sz="16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600" dirty="0" smtClean="0">
                <a:solidFill>
                  <a:srgbClr val="0D0D0D"/>
                </a:solidFill>
                <a:latin typeface="微软雅黑" charset="0"/>
                <a:ea typeface="微软雅黑" charset="0"/>
              </a:rPr>
              <a:t>输入属性值点击下一步时，如果属性值不符合配置约束的规则将提示错误信息</a:t>
            </a:r>
            <a:endParaRPr lang="en-US" altLang="zh-CN" sz="1600" dirty="0" smtClean="0">
              <a:solidFill>
                <a:srgbClr val="0D0D0D"/>
              </a:solidFill>
              <a:latin typeface="微软雅黑" charset="0"/>
              <a:ea typeface="微软雅黑" charset="0"/>
            </a:endParaRPr>
          </a:p>
          <a:p>
            <a:pPr marL="360045" lvl="1" indent="-285750">
              <a:spcBef>
                <a:spcPts val="0"/>
              </a:spcBef>
              <a:buFont typeface="Wingdings" pitchFamily="2" charset="2"/>
              <a:buChar char="n"/>
              <a:defRPr/>
            </a:pPr>
            <a:endParaRPr lang="zh-CN" altLang="en-US" sz="16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产品配置模拟</a:t>
            </a:r>
            <a:endParaRPr lang="zh-TW" altLang="en-US" sz="3600" b="1" dirty="0">
              <a:latin typeface="Microsoft JhengHei" pitchFamily="34" charset="-120"/>
              <a:ea typeface="Microsoft JhengHei" pitchFamily="34" charset="-120"/>
            </a:endParaRPr>
          </a:p>
        </p:txBody>
      </p:sp>
      <p:pic>
        <p:nvPicPr>
          <p:cNvPr id="6" name="图片 5"/>
          <p:cNvPicPr>
            <a:picLocks noChangeAspect="1"/>
          </p:cNvPicPr>
          <p:nvPr/>
        </p:nvPicPr>
        <p:blipFill>
          <a:blip r:embed="rId1"/>
          <a:stretch>
            <a:fillRect/>
          </a:stretch>
        </p:blipFill>
        <p:spPr>
          <a:xfrm>
            <a:off x="3132455" y="2636520"/>
            <a:ext cx="5958840" cy="3432175"/>
          </a:xfrm>
          <a:prstGeom prst="rect">
            <a:avLst/>
          </a:prstGeom>
        </p:spPr>
      </p:pic>
      <p:pic>
        <p:nvPicPr>
          <p:cNvPr id="7" name="图片 6"/>
          <p:cNvPicPr>
            <a:picLocks noChangeAspect="1"/>
          </p:cNvPicPr>
          <p:nvPr/>
        </p:nvPicPr>
        <p:blipFill>
          <a:blip r:embed="rId2"/>
          <a:stretch>
            <a:fillRect/>
          </a:stretch>
        </p:blipFill>
        <p:spPr>
          <a:xfrm>
            <a:off x="5004435" y="4076700"/>
            <a:ext cx="2713990" cy="1619250"/>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560" y="1052830"/>
            <a:ext cx="9145905" cy="91440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以前端的属性值作为条件，根据自动模板的对应关系，找出符合条件的下阶元件</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如果存在手动配置模板，则展开手动配置模板的单身明细供用户手工选择</a:t>
            </a: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产品配置模拟</a:t>
            </a:r>
            <a:endParaRPr lang="zh-TW" altLang="en-US" sz="3600" b="1" dirty="0">
              <a:latin typeface="Microsoft JhengHei" pitchFamily="34" charset="-120"/>
              <a:ea typeface="Microsoft JhengHei" pitchFamily="34" charset="-120"/>
            </a:endParaRPr>
          </a:p>
        </p:txBody>
      </p:sp>
      <p:pic>
        <p:nvPicPr>
          <p:cNvPr id="3" name="图片 2"/>
          <p:cNvPicPr>
            <a:picLocks noChangeAspect="1"/>
          </p:cNvPicPr>
          <p:nvPr/>
        </p:nvPicPr>
        <p:blipFill>
          <a:blip r:embed="rId1"/>
          <a:stretch>
            <a:fillRect/>
          </a:stretch>
        </p:blipFill>
        <p:spPr>
          <a:xfrm>
            <a:off x="105410" y="2060575"/>
            <a:ext cx="8922385" cy="4577080"/>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4925" y="1124585"/>
            <a:ext cx="9147175" cy="91440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在对手动模板内容进行选择时，将会受到子件关系的约束</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产品配置约束中的料件约束也将提醒用户某些不可选择的料件</a:t>
            </a: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产品配置模拟</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251460" y="2060575"/>
            <a:ext cx="8662035" cy="4625975"/>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560" y="1268730"/>
            <a:ext cx="9411335" cy="384810"/>
          </a:xfrm>
          <a:prstGeom prst="rect">
            <a:avLst/>
          </a:prstGeom>
          <a:noFill/>
        </p:spPr>
        <p:txBody>
          <a:bodyPr wrap="square">
            <a:spAutoFit/>
          </a:bodyPr>
          <a:lstStyle/>
          <a:p>
            <a:pPr marL="360045" lvl="1" indent="-285750">
              <a:spcBef>
                <a:spcPts val="0"/>
              </a:spcBef>
              <a:buFont typeface="Wingdings" pitchFamily="2" charset="2"/>
              <a:buChar char="n"/>
              <a:defRPr/>
            </a:pPr>
            <a:r>
              <a:rPr lang="zh-CN" altLang="en-US" sz="1800" dirty="0" smtClean="0">
                <a:solidFill>
                  <a:srgbClr val="0D0D0D"/>
                </a:solidFill>
                <a:latin typeface="微软雅黑" charset="0"/>
                <a:ea typeface="微软雅黑" charset="0"/>
              </a:rPr>
              <a:t>通过约束检查后，系统会提醒用户当前的</a:t>
            </a:r>
            <a:r>
              <a:rPr lang="en-US" altLang="zh-CN" sz="1800" dirty="0" smtClean="0">
                <a:solidFill>
                  <a:srgbClr val="0D0D0D"/>
                </a:solidFill>
                <a:latin typeface="微软雅黑" charset="0"/>
                <a:ea typeface="微软雅黑" charset="0"/>
              </a:rPr>
              <a:t>BOM</a:t>
            </a:r>
            <a:r>
              <a:rPr lang="zh-CN" altLang="en-US" sz="1800" dirty="0" smtClean="0">
                <a:solidFill>
                  <a:srgbClr val="0D0D0D"/>
                </a:solidFill>
                <a:latin typeface="微软雅黑" charset="0"/>
                <a:ea typeface="微软雅黑" charset="0"/>
              </a:rPr>
              <a:t>是否存在，是否生成？</a:t>
            </a: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产品配置模拟</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251460" y="1988820"/>
            <a:ext cx="8571230" cy="3980815"/>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460" y="1340485"/>
            <a:ext cx="7789545" cy="384810"/>
          </a:xfrm>
          <a:prstGeom prst="rect">
            <a:avLst/>
          </a:prstGeom>
          <a:noFill/>
        </p:spPr>
        <p:txBody>
          <a:bodyPr wrap="square">
            <a:spAutoFit/>
          </a:bodyPr>
          <a:lstStyle/>
          <a:p>
            <a:pPr marL="360045" lvl="1" indent="-285750">
              <a:spcBef>
                <a:spcPts val="0"/>
              </a:spcBef>
              <a:buFont typeface="Wingdings" pitchFamily="2" charset="2"/>
              <a:buChar char="n"/>
              <a:defRPr/>
            </a:pPr>
            <a:r>
              <a:rPr lang="zh-CN" altLang="en-US" sz="1800" dirty="0" smtClean="0">
                <a:solidFill>
                  <a:srgbClr val="0D0D0D"/>
                </a:solidFill>
                <a:latin typeface="微软雅黑" charset="0"/>
                <a:ea typeface="微软雅黑" charset="0"/>
              </a:rPr>
              <a:t>确定后将会产生特征码以及</a:t>
            </a:r>
            <a:r>
              <a:rPr lang="en-US" altLang="zh-CN" sz="1800" dirty="0" err="1" smtClean="0">
                <a:solidFill>
                  <a:srgbClr val="0D0D0D"/>
                </a:solidFill>
                <a:latin typeface="微软雅黑" charset="0"/>
                <a:ea typeface="微软雅黑" charset="0"/>
              </a:rPr>
              <a:t>CustomerBom</a:t>
            </a:r>
            <a:r>
              <a:rPr lang="zh-CN" altLang="en-US" sz="1800" dirty="0" smtClean="0">
                <a:solidFill>
                  <a:srgbClr val="0D0D0D"/>
                </a:solidFill>
                <a:latin typeface="微软雅黑" charset="0"/>
                <a:ea typeface="微软雅黑" charset="0"/>
              </a:rPr>
              <a:t>信息</a:t>
            </a: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产品配置模拟</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755015" y="2060575"/>
            <a:ext cx="7562215" cy="3666490"/>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315" y="1196340"/>
            <a:ext cx="9312275" cy="384810"/>
          </a:xfrm>
          <a:prstGeom prst="rect">
            <a:avLst/>
          </a:prstGeom>
          <a:noFill/>
        </p:spPr>
        <p:txBody>
          <a:bodyPr wrap="square">
            <a:spAutoFit/>
          </a:bodyPr>
          <a:lstStyle/>
          <a:p>
            <a:pPr marL="360045" lvl="1" indent="-285750">
              <a:spcBef>
                <a:spcPts val="0"/>
              </a:spcBef>
              <a:buFont typeface="Wingdings" pitchFamily="2" charset="2"/>
              <a:buChar char="n"/>
              <a:defRPr/>
            </a:pPr>
            <a:r>
              <a:rPr lang="zh-CN" altLang="en-US" sz="1800" dirty="0" smtClean="0">
                <a:solidFill>
                  <a:srgbClr val="0D0D0D"/>
                </a:solidFill>
                <a:latin typeface="微软雅黑" charset="0"/>
                <a:ea typeface="微软雅黑" charset="0"/>
              </a:rPr>
              <a:t>生成后，可在此处对默认产生规格信息进行调整，点击</a:t>
            </a:r>
            <a:r>
              <a:rPr lang="en-US" altLang="zh-CN" sz="1800" dirty="0" smtClean="0">
                <a:solidFill>
                  <a:srgbClr val="0D0D0D"/>
                </a:solidFill>
                <a:latin typeface="微软雅黑" charset="0"/>
                <a:ea typeface="微软雅黑" charset="0"/>
              </a:rPr>
              <a:t>”</a:t>
            </a:r>
            <a:r>
              <a:rPr lang="zh-CN" altLang="en-US" sz="1800" dirty="0" smtClean="0">
                <a:solidFill>
                  <a:srgbClr val="0D0D0D"/>
                </a:solidFill>
                <a:latin typeface="微软雅黑" charset="0"/>
                <a:ea typeface="微软雅黑" charset="0"/>
              </a:rPr>
              <a:t>修改规格</a:t>
            </a:r>
            <a:r>
              <a:rPr lang="en-US" altLang="zh-CN" sz="1800" dirty="0" smtClean="0">
                <a:solidFill>
                  <a:srgbClr val="0D0D0D"/>
                </a:solidFill>
                <a:latin typeface="微软雅黑" charset="0"/>
                <a:ea typeface="微软雅黑" charset="0"/>
              </a:rPr>
              <a:t>”</a:t>
            </a:r>
            <a:r>
              <a:rPr lang="zh-CN" altLang="en-US" sz="1800" dirty="0" smtClean="0">
                <a:solidFill>
                  <a:srgbClr val="0D0D0D"/>
                </a:solidFill>
                <a:latin typeface="微软雅黑" charset="0"/>
                <a:ea typeface="微软雅黑" charset="0"/>
              </a:rPr>
              <a:t>按钮即可。</a:t>
            </a: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产品配置模拟</a:t>
            </a:r>
            <a:endParaRPr lang="zh-TW" altLang="en-US" sz="3600" b="1" dirty="0">
              <a:latin typeface="Microsoft JhengHei" pitchFamily="34" charset="-120"/>
              <a:ea typeface="Microsoft JhengHei" pitchFamily="34" charset="-120"/>
            </a:endParaRPr>
          </a:p>
        </p:txBody>
      </p:sp>
      <p:pic>
        <p:nvPicPr>
          <p:cNvPr id="3" name="图片 2"/>
          <p:cNvPicPr>
            <a:picLocks noChangeAspect="1"/>
          </p:cNvPicPr>
          <p:nvPr/>
        </p:nvPicPr>
        <p:blipFill>
          <a:blip r:embed="rId1"/>
          <a:stretch>
            <a:fillRect/>
          </a:stretch>
        </p:blipFill>
        <p:spPr>
          <a:xfrm>
            <a:off x="323215" y="1844675"/>
            <a:ext cx="8470900" cy="4516120"/>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315" y="1196340"/>
            <a:ext cx="8888730" cy="384810"/>
          </a:xfrm>
          <a:prstGeom prst="rect">
            <a:avLst/>
          </a:prstGeom>
          <a:noFill/>
        </p:spPr>
        <p:txBody>
          <a:bodyPr wrap="square">
            <a:spAutoFit/>
          </a:bodyPr>
          <a:lstStyle/>
          <a:p>
            <a:pPr marL="360045" lvl="1" indent="-285750">
              <a:spcBef>
                <a:spcPts val="0"/>
              </a:spcBef>
              <a:buFont typeface="Wingdings" pitchFamily="2" charset="2"/>
              <a:buChar char="n"/>
              <a:defRPr/>
            </a:pPr>
            <a:r>
              <a:rPr lang="zh-CN" altLang="en-US" sz="1800" dirty="0" smtClean="0">
                <a:solidFill>
                  <a:srgbClr val="0D0D0D"/>
                </a:solidFill>
                <a:latin typeface="微软雅黑" charset="0"/>
                <a:ea typeface="微软雅黑" charset="0"/>
              </a:rPr>
              <a:t>通过预览功能查看已产生的</a:t>
            </a:r>
            <a:r>
              <a:rPr lang="en-US" altLang="zh-CN" sz="1800" dirty="0" err="1" smtClean="0">
                <a:solidFill>
                  <a:srgbClr val="0D0D0D"/>
                </a:solidFill>
                <a:latin typeface="微软雅黑" charset="0"/>
                <a:ea typeface="微软雅黑" charset="0"/>
              </a:rPr>
              <a:t>CustomerBom</a:t>
            </a:r>
            <a:r>
              <a:rPr lang="zh-CN" altLang="en-US" sz="1800" dirty="0" smtClean="0">
                <a:solidFill>
                  <a:srgbClr val="0D0D0D"/>
                </a:solidFill>
                <a:latin typeface="微软雅黑" charset="0"/>
                <a:ea typeface="微软雅黑" charset="0"/>
              </a:rPr>
              <a:t>信息</a:t>
            </a: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产品配置模拟</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323215" y="1772920"/>
            <a:ext cx="8416290" cy="4499610"/>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8"/>
          <p:cNvSpPr>
            <a:spLocks noChangeArrowheads="1"/>
          </p:cNvSpPr>
          <p:nvPr/>
        </p:nvSpPr>
        <p:spPr bwMode="auto">
          <a:xfrm>
            <a:off x="3778250" y="3144838"/>
            <a:ext cx="1728788" cy="533400"/>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lstStyle/>
          <a:p>
            <a:pPr algn="ctr">
              <a:defRPr/>
            </a:pPr>
            <a:r>
              <a:rPr lang="zh-CN" altLang="en-US" sz="1400" dirty="0">
                <a:latin typeface="微软雅黑" charset="0"/>
                <a:ea typeface="微软雅黑" charset="0"/>
              </a:rPr>
              <a:t>维护品号模拟成本来源</a:t>
            </a:r>
            <a:endParaRPr lang="zh-CN" altLang="en-US" sz="1400" dirty="0">
              <a:latin typeface="微软雅黑" charset="0"/>
              <a:ea typeface="微软雅黑" charset="0"/>
            </a:endParaRPr>
          </a:p>
        </p:txBody>
      </p:sp>
      <p:sp>
        <p:nvSpPr>
          <p:cNvPr id="3" name="AutoShape 23"/>
          <p:cNvSpPr>
            <a:spLocks noChangeArrowheads="1"/>
          </p:cNvSpPr>
          <p:nvPr/>
        </p:nvSpPr>
        <p:spPr bwMode="auto">
          <a:xfrm>
            <a:off x="3938588" y="5360988"/>
            <a:ext cx="1439862" cy="458787"/>
          </a:xfrm>
          <a:prstGeom prst="flowChartConnector">
            <a:avLst/>
          </a:prstGeom>
          <a:ln>
            <a:tailEnd type="none" w="sm" len="med"/>
          </a:ln>
        </p:spPr>
        <p:style>
          <a:lnRef idx="1">
            <a:schemeClr val="accent3"/>
          </a:lnRef>
          <a:fillRef idx="2">
            <a:schemeClr val="accent3"/>
          </a:fillRef>
          <a:effectRef idx="1">
            <a:schemeClr val="accent3"/>
          </a:effectRef>
          <a:fontRef idx="minor">
            <a:schemeClr val="dk1"/>
          </a:fontRef>
        </p:style>
        <p:txBody>
          <a:bodyPr/>
          <a:lstStyle/>
          <a:p>
            <a:pPr algn="ctr" eaLnBrk="0" hangingPunct="0">
              <a:defRPr/>
            </a:pPr>
            <a:r>
              <a:rPr kumimoji="0" lang="zh-CN" altLang="en-US" sz="1400" dirty="0">
                <a:latin typeface="微软雅黑" charset="0"/>
                <a:ea typeface="微软雅黑" charset="0"/>
              </a:rPr>
              <a:t>结束</a:t>
            </a:r>
            <a:endParaRPr kumimoji="0" lang="zh-CN" altLang="en-US" sz="1400" dirty="0">
              <a:latin typeface="微软雅黑" charset="0"/>
              <a:ea typeface="微软雅黑" charset="0"/>
            </a:endParaRPr>
          </a:p>
        </p:txBody>
      </p:sp>
      <p:sp>
        <p:nvSpPr>
          <p:cNvPr id="4" name="Rectangle 88"/>
          <p:cNvSpPr>
            <a:spLocks noChangeArrowheads="1"/>
          </p:cNvSpPr>
          <p:nvPr/>
        </p:nvSpPr>
        <p:spPr bwMode="auto">
          <a:xfrm>
            <a:off x="3781425" y="4784725"/>
            <a:ext cx="1728788" cy="358775"/>
          </a:xfrm>
          <a:prstGeom prst="flowChartDocument">
            <a:avLst/>
          </a:prstGeom>
          <a:ln>
            <a:tailEnd type="none" w="sm" len="med"/>
          </a:ln>
        </p:spPr>
        <p:style>
          <a:lnRef idx="1">
            <a:schemeClr val="accent3"/>
          </a:lnRef>
          <a:fillRef idx="3">
            <a:schemeClr val="accent3"/>
          </a:fillRef>
          <a:effectRef idx="2">
            <a:schemeClr val="accent3"/>
          </a:effectRef>
          <a:fontRef idx="minor">
            <a:schemeClr val="lt1"/>
          </a:fontRef>
        </p:style>
        <p:txBody>
          <a:bodyPr/>
          <a:lstStyle/>
          <a:p>
            <a:pPr algn="ctr">
              <a:defRPr/>
            </a:pPr>
            <a:r>
              <a:rPr lang="en-US" altLang="zh-CN" sz="1400" dirty="0">
                <a:latin typeface="微软雅黑" charset="0"/>
                <a:ea typeface="微软雅黑" charset="0"/>
              </a:rPr>
              <a:t>BOM</a:t>
            </a:r>
            <a:r>
              <a:rPr lang="zh-CN" altLang="en-US" sz="1400" dirty="0">
                <a:latin typeface="微软雅黑" charset="0"/>
                <a:ea typeface="微软雅黑" charset="0"/>
              </a:rPr>
              <a:t>模拟成本报表</a:t>
            </a:r>
            <a:endParaRPr lang="zh-TW" altLang="en-US" sz="1400" dirty="0">
              <a:latin typeface="微软雅黑" charset="0"/>
              <a:ea typeface="微软雅黑" charset="0"/>
            </a:endParaRPr>
          </a:p>
        </p:txBody>
      </p:sp>
      <p:cxnSp>
        <p:nvCxnSpPr>
          <p:cNvPr id="5" name="直接箭头连接符 4"/>
          <p:cNvCxnSpPr>
            <a:endCxn id="3" idx="0"/>
          </p:cNvCxnSpPr>
          <p:nvPr/>
        </p:nvCxnSpPr>
        <p:spPr>
          <a:xfrm rot="16200000" flipH="1">
            <a:off x="4550569" y="5252244"/>
            <a:ext cx="217488"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6" name="Rectangle 88"/>
          <p:cNvSpPr>
            <a:spLocks noChangeArrowheads="1"/>
          </p:cNvSpPr>
          <p:nvPr/>
        </p:nvSpPr>
        <p:spPr bwMode="auto">
          <a:xfrm>
            <a:off x="3779838" y="2492375"/>
            <a:ext cx="1728787" cy="360363"/>
          </a:xfrm>
          <a:prstGeom prst="roundRect">
            <a:avLst/>
          </a:prstGeom>
          <a:ln>
            <a:tailEnd type="none" w="sm" len="med"/>
          </a:ln>
        </p:spPr>
        <p:style>
          <a:lnRef idx="1">
            <a:schemeClr val="accent1"/>
          </a:lnRef>
          <a:fillRef idx="3">
            <a:schemeClr val="accent1"/>
          </a:fillRef>
          <a:effectRef idx="2">
            <a:schemeClr val="accent1"/>
          </a:effectRef>
          <a:fontRef idx="minor">
            <a:schemeClr val="lt1"/>
          </a:fontRef>
        </p:style>
        <p:txBody>
          <a:bodyPr/>
          <a:lstStyle/>
          <a:p>
            <a:pPr algn="ctr">
              <a:defRPr/>
            </a:pPr>
            <a:r>
              <a:rPr lang="zh-CN" altLang="en-US" sz="1400" dirty="0">
                <a:latin typeface="微软雅黑" charset="0"/>
                <a:ea typeface="微软雅黑" charset="0"/>
              </a:rPr>
              <a:t>维护模拟成本模版</a:t>
            </a:r>
            <a:endParaRPr lang="zh-CN" altLang="en-US" sz="1400" dirty="0">
              <a:latin typeface="微软雅黑" charset="0"/>
              <a:ea typeface="微软雅黑" charset="0"/>
            </a:endParaRPr>
          </a:p>
        </p:txBody>
      </p:sp>
      <p:cxnSp>
        <p:nvCxnSpPr>
          <p:cNvPr id="7" name="直接箭头连接符 6"/>
          <p:cNvCxnSpPr>
            <a:endCxn id="6" idx="0"/>
          </p:cNvCxnSpPr>
          <p:nvPr/>
        </p:nvCxnSpPr>
        <p:spPr>
          <a:xfrm rot="5400000">
            <a:off x="4508500" y="2357438"/>
            <a:ext cx="271463" cy="1587"/>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8" name="直接箭头连接符 7"/>
          <p:cNvCxnSpPr>
            <a:stCxn id="6" idx="2"/>
            <a:endCxn id="2" idx="0"/>
          </p:cNvCxnSpPr>
          <p:nvPr/>
        </p:nvCxnSpPr>
        <p:spPr>
          <a:xfrm flipH="1">
            <a:off x="4641850" y="2852738"/>
            <a:ext cx="1588" cy="2921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9" name="直接箭头连接符 8"/>
          <p:cNvCxnSpPr/>
          <p:nvPr/>
        </p:nvCxnSpPr>
        <p:spPr>
          <a:xfrm rot="16200000" flipH="1">
            <a:off x="4487862" y="3878263"/>
            <a:ext cx="314325" cy="635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0" name="直接箭头连接符 9"/>
          <p:cNvCxnSpPr>
            <a:endCxn id="4" idx="0"/>
          </p:cNvCxnSpPr>
          <p:nvPr/>
        </p:nvCxnSpPr>
        <p:spPr>
          <a:xfrm rot="16200000" flipH="1">
            <a:off x="4487863" y="4625975"/>
            <a:ext cx="314325" cy="31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1" name="Rectangle 88"/>
          <p:cNvSpPr>
            <a:spLocks noChangeArrowheads="1"/>
          </p:cNvSpPr>
          <p:nvPr/>
        </p:nvSpPr>
        <p:spPr bwMode="auto">
          <a:xfrm>
            <a:off x="3763963" y="1735138"/>
            <a:ext cx="1727200" cy="471487"/>
          </a:xfrm>
          <a:prstGeom prst="flowChartPreparation">
            <a:avLst/>
          </a:prstGeom>
          <a:ln>
            <a:tailEnd type="none" w="sm" len="med"/>
          </a:ln>
        </p:spPr>
        <p:style>
          <a:lnRef idx="1">
            <a:schemeClr val="accent3"/>
          </a:lnRef>
          <a:fillRef idx="2">
            <a:schemeClr val="accent3"/>
          </a:fillRef>
          <a:effectRef idx="1">
            <a:schemeClr val="accent3"/>
          </a:effectRef>
          <a:fontRef idx="minor">
            <a:schemeClr val="dk1"/>
          </a:fontRef>
        </p:style>
        <p:txBody>
          <a:bodyPr/>
          <a:lstStyle/>
          <a:p>
            <a:pPr algn="ctr">
              <a:defRPr/>
            </a:pPr>
            <a:r>
              <a:rPr lang="zh-CN" altLang="en-US" sz="1400" dirty="0">
                <a:latin typeface="微软雅黑" charset="0"/>
                <a:ea typeface="微软雅黑" charset="0"/>
              </a:rPr>
              <a:t>品号成本模拟需求</a:t>
            </a:r>
            <a:endParaRPr lang="zh-CN" altLang="en-US" sz="1400" dirty="0">
              <a:latin typeface="微软雅黑" charset="0"/>
              <a:ea typeface="微软雅黑" charset="0"/>
            </a:endParaRPr>
          </a:p>
        </p:txBody>
      </p:sp>
      <p:sp>
        <p:nvSpPr>
          <p:cNvPr id="12" name="Rectangle 88"/>
          <p:cNvSpPr>
            <a:spLocks noChangeArrowheads="1"/>
          </p:cNvSpPr>
          <p:nvPr/>
        </p:nvSpPr>
        <p:spPr bwMode="auto">
          <a:xfrm>
            <a:off x="3810000" y="4038600"/>
            <a:ext cx="1727200" cy="360363"/>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lstStyle/>
          <a:p>
            <a:pPr algn="ctr">
              <a:defRPr/>
            </a:pPr>
            <a:r>
              <a:rPr lang="zh-CN" altLang="en-US" sz="1400" dirty="0">
                <a:latin typeface="微软雅黑" charset="0"/>
                <a:ea typeface="微软雅黑" charset="0"/>
              </a:rPr>
              <a:t>计算模拟成本</a:t>
            </a:r>
            <a:endParaRPr lang="zh-CN" altLang="en-US" sz="1400" dirty="0">
              <a:latin typeface="微软雅黑" charset="0"/>
              <a:ea typeface="微软雅黑" charset="0"/>
            </a:endParaRPr>
          </a:p>
        </p:txBody>
      </p:sp>
      <p:sp>
        <p:nvSpPr>
          <p:cNvPr id="151565"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TW" altLang="en-US" sz="3600" b="1">
                <a:latin typeface="黑体" pitchFamily="2" charset="-122"/>
                <a:ea typeface="黑体" pitchFamily="2" charset="-122"/>
              </a:rPr>
              <a:t>日常单据录入－</a:t>
            </a:r>
            <a:r>
              <a:rPr lang="zh-CN" altLang="en-US" sz="3600" b="1">
                <a:latin typeface="黑体" pitchFamily="2" charset="-122"/>
                <a:ea typeface="黑体" pitchFamily="2" charset="-122"/>
              </a:rPr>
              <a:t>品号成本模拟流程</a:t>
            </a:r>
            <a:endParaRPr lang="zh-TW" altLang="en-US" sz="3600" b="1">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TW" altLang="en-US" sz="3600" b="1">
                <a:latin typeface="黑体" pitchFamily="2" charset="-122"/>
                <a:ea typeface="黑体" pitchFamily="2" charset="-122"/>
              </a:rPr>
              <a:t>日常单据录入－</a:t>
            </a:r>
            <a:r>
              <a:rPr lang="zh-CN" altLang="en-US" sz="3600" b="1">
                <a:latin typeface="黑体" pitchFamily="2" charset="-122"/>
                <a:ea typeface="黑体" pitchFamily="2" charset="-122"/>
              </a:rPr>
              <a:t>维护模拟成本模板</a:t>
            </a:r>
            <a:endParaRPr lang="zh-TW" altLang="en-US" sz="3600" b="1">
              <a:latin typeface="黑体" pitchFamily="2" charset="-122"/>
              <a:ea typeface="黑体" pitchFamily="2" charset="-122"/>
            </a:endParaRPr>
          </a:p>
        </p:txBody>
      </p:sp>
      <p:sp>
        <p:nvSpPr>
          <p:cNvPr id="152579" name="TextBox 2"/>
          <p:cNvSpPr txBox="1">
            <a:spLocks noChangeArrowheads="1"/>
          </p:cNvSpPr>
          <p:nvPr/>
        </p:nvSpPr>
        <p:spPr bwMode="auto">
          <a:xfrm>
            <a:off x="250825" y="1125538"/>
            <a:ext cx="8424863" cy="417830"/>
          </a:xfrm>
          <a:prstGeom prst="rect">
            <a:avLst/>
          </a:prstGeom>
          <a:noFill/>
          <a:ln w="9525">
            <a:noFill/>
            <a:miter lim="800000"/>
          </a:ln>
        </p:spPr>
        <p:txBody>
          <a:bodyPr>
            <a:spAutoFit/>
          </a:bodyPr>
          <a:lstStyle/>
          <a:p>
            <a:r>
              <a:rPr lang="zh-CN" altLang="en-US" sz="2000">
                <a:latin typeface="微软雅黑" charset="0"/>
                <a:ea typeface="微软雅黑" charset="0"/>
              </a:rPr>
              <a:t>作业目的：哪些成本要素会纳入模拟成本计算，在此作业规划。</a:t>
            </a:r>
            <a:endParaRPr lang="zh-CN" altLang="en-US" sz="2000">
              <a:latin typeface="微软雅黑" charset="0"/>
              <a:ea typeface="微软雅黑" charset="0"/>
            </a:endParaRPr>
          </a:p>
        </p:txBody>
      </p:sp>
      <p:sp>
        <p:nvSpPr>
          <p:cNvPr id="5" name="矩形 4"/>
          <p:cNvSpPr/>
          <p:nvPr/>
        </p:nvSpPr>
        <p:spPr>
          <a:xfrm>
            <a:off x="467043" y="5947728"/>
            <a:ext cx="8064500" cy="708025"/>
          </a:xfrm>
          <a:prstGeom prst="rect">
            <a:avLst/>
          </a:prstGeom>
        </p:spPr>
        <p:txBody>
          <a:bodyPr>
            <a:spAutoFit/>
          </a:bodyPr>
          <a:lstStyle/>
          <a:p>
            <a:pPr marL="360045" lvl="1" indent="-285750">
              <a:spcBef>
                <a:spcPts val="0"/>
              </a:spcBef>
              <a:buFont typeface="Wingdings" pitchFamily="2" charset="2"/>
              <a:buChar char="n"/>
              <a:defRPr/>
            </a:pPr>
            <a:r>
              <a:rPr lang="zh-CN" altLang="en-US" sz="2000" dirty="0">
                <a:solidFill>
                  <a:srgbClr val="0D0D0D"/>
                </a:solidFill>
                <a:latin typeface="微软雅黑" charset="0"/>
                <a:ea typeface="微软雅黑" charset="0"/>
              </a:rPr>
              <a:t>在模拟成本模板维护且生效的成本要素，才会纳入模拟成本的计算。</a:t>
            </a:r>
            <a:endParaRPr lang="en-US" altLang="zh-CN" sz="2000" dirty="0">
              <a:solidFill>
                <a:srgbClr val="0D0D0D"/>
              </a:solidFill>
              <a:latin typeface="微软雅黑" charset="0"/>
              <a:ea typeface="微软雅黑" charset="0"/>
            </a:endParaRPr>
          </a:p>
          <a:p>
            <a:pPr marL="360045" lvl="1" indent="-285750">
              <a:spcBef>
                <a:spcPts val="0"/>
              </a:spcBef>
              <a:buFont typeface="Wingdings" pitchFamily="2" charset="2"/>
              <a:buChar char="n"/>
              <a:defRPr/>
            </a:pPr>
            <a:r>
              <a:rPr lang="zh-CN" altLang="en-US" sz="2000" dirty="0">
                <a:solidFill>
                  <a:srgbClr val="0D0D0D"/>
                </a:solidFill>
                <a:latin typeface="微软雅黑" charset="0"/>
                <a:ea typeface="微软雅黑" charset="0"/>
              </a:rPr>
              <a:t>数据一旦维护，不可删除，只可修改状态。</a:t>
            </a:r>
            <a:endParaRPr lang="en-US" altLang="zh-CN" sz="2000" dirty="0">
              <a:solidFill>
                <a:srgbClr val="0D0D0D"/>
              </a:solidFill>
              <a:latin typeface="微软雅黑" charset="0"/>
              <a:ea typeface="微软雅黑" charset="0"/>
            </a:endParaRPr>
          </a:p>
        </p:txBody>
      </p:sp>
      <p:pic>
        <p:nvPicPr>
          <p:cNvPr id="2" name="图片 1"/>
          <p:cNvPicPr>
            <a:picLocks noChangeAspect="1"/>
          </p:cNvPicPr>
          <p:nvPr/>
        </p:nvPicPr>
        <p:blipFill>
          <a:blip r:embed="rId1"/>
          <a:stretch>
            <a:fillRect/>
          </a:stretch>
        </p:blipFill>
        <p:spPr>
          <a:xfrm>
            <a:off x="827405" y="1556385"/>
            <a:ext cx="7371715" cy="4259580"/>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TW" altLang="en-US" sz="3600" b="1">
                <a:latin typeface="黑体" pitchFamily="2" charset="-122"/>
                <a:ea typeface="黑体" pitchFamily="2" charset="-122"/>
              </a:rPr>
              <a:t>日常单据录入－</a:t>
            </a:r>
            <a:r>
              <a:rPr lang="zh-CN" altLang="en-US" sz="3600" b="1">
                <a:latin typeface="黑体" pitchFamily="2" charset="-122"/>
                <a:ea typeface="黑体" pitchFamily="2" charset="-122"/>
              </a:rPr>
              <a:t>维护品号模拟成本来源</a:t>
            </a:r>
            <a:endParaRPr lang="zh-TW" altLang="en-US" sz="3600" b="1">
              <a:latin typeface="黑体" pitchFamily="2" charset="-122"/>
              <a:ea typeface="黑体" pitchFamily="2" charset="-122"/>
            </a:endParaRPr>
          </a:p>
        </p:txBody>
      </p:sp>
      <p:sp>
        <p:nvSpPr>
          <p:cNvPr id="153604" name="TextBox 3"/>
          <p:cNvSpPr txBox="1">
            <a:spLocks noChangeArrowheads="1"/>
          </p:cNvSpPr>
          <p:nvPr/>
        </p:nvSpPr>
        <p:spPr bwMode="auto">
          <a:xfrm>
            <a:off x="250825" y="1125538"/>
            <a:ext cx="8424863" cy="706437"/>
          </a:xfrm>
          <a:prstGeom prst="rect">
            <a:avLst/>
          </a:prstGeom>
          <a:noFill/>
          <a:ln w="9525">
            <a:noFill/>
            <a:miter lim="800000"/>
          </a:ln>
        </p:spPr>
        <p:txBody>
          <a:bodyPr>
            <a:spAutoFit/>
          </a:bodyPr>
          <a:lstStyle/>
          <a:p>
            <a:r>
              <a:rPr lang="zh-CN" altLang="en-US" sz="2000">
                <a:latin typeface="微软雅黑" pitchFamily="34" charset="-122"/>
                <a:ea typeface="微软雅黑" pitchFamily="34" charset="-122"/>
              </a:rPr>
              <a:t>作业目的：需要进行成本模拟的产成品、半成品和原材料，在本作业设置各成本要素下的模拟计算的成本。</a:t>
            </a:r>
            <a:endParaRPr lang="zh-CN" altLang="en-US" sz="2000">
              <a:latin typeface="微软雅黑" pitchFamily="34" charset="-122"/>
              <a:ea typeface="微软雅黑" pitchFamily="34" charset="-122"/>
            </a:endParaRPr>
          </a:p>
        </p:txBody>
      </p:sp>
      <p:sp>
        <p:nvSpPr>
          <p:cNvPr id="5" name="TextBox 4"/>
          <p:cNvSpPr txBox="1"/>
          <p:nvPr/>
        </p:nvSpPr>
        <p:spPr>
          <a:xfrm>
            <a:off x="179388" y="2205038"/>
            <a:ext cx="3744912" cy="2560320"/>
          </a:xfrm>
          <a:prstGeom prst="rect">
            <a:avLst/>
          </a:prstGeom>
          <a:noFill/>
        </p:spPr>
        <p:txBody>
          <a:bodyPr>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a:solidFill>
                  <a:srgbClr val="0D0D0D"/>
                </a:solidFill>
                <a:latin typeface="微软雅黑" charset="0"/>
                <a:ea typeface="微软雅黑" charset="0"/>
              </a:rPr>
              <a:t>品号类型：品号工厂维护的品号的类型。在做模拟成本计算时，会针对不同类型的品号做不同的处理。</a:t>
            </a:r>
            <a:endParaRPr lang="en-US" altLang="zh-CN" sz="1800" dirty="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a:solidFill>
                  <a:srgbClr val="0D0D0D"/>
                </a:solidFill>
                <a:latin typeface="微软雅黑" charset="0"/>
                <a:ea typeface="微软雅黑" charset="0"/>
              </a:rPr>
              <a:t>成本的计算币种默认带本位币，不可修改。</a:t>
            </a:r>
            <a:endParaRPr lang="en-US" altLang="zh-CN" sz="1800" dirty="0">
              <a:solidFill>
                <a:srgbClr val="0D0D0D"/>
              </a:solidFill>
              <a:latin typeface="微软雅黑" charset="0"/>
              <a:ea typeface="微软雅黑" charset="0"/>
            </a:endParaRPr>
          </a:p>
        </p:txBody>
      </p:sp>
      <p:pic>
        <p:nvPicPr>
          <p:cNvPr id="2" name="图片 1"/>
          <p:cNvPicPr>
            <a:picLocks noChangeAspect="1"/>
          </p:cNvPicPr>
          <p:nvPr/>
        </p:nvPicPr>
        <p:blipFill>
          <a:blip r:embed="rId1"/>
          <a:stretch>
            <a:fillRect/>
          </a:stretch>
        </p:blipFill>
        <p:spPr>
          <a:xfrm>
            <a:off x="3996055" y="2061210"/>
            <a:ext cx="4893945" cy="4474845"/>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TW" altLang="en-US" sz="3600" b="1">
                <a:latin typeface="黑体" pitchFamily="2" charset="-122"/>
                <a:ea typeface="黑体" pitchFamily="2" charset="-122"/>
              </a:rPr>
              <a:t>日常单据录入－</a:t>
            </a:r>
            <a:r>
              <a:rPr lang="zh-CN" altLang="en-US" sz="3600" b="1">
                <a:latin typeface="黑体" pitchFamily="2" charset="-122"/>
                <a:ea typeface="黑体" pitchFamily="2" charset="-122"/>
              </a:rPr>
              <a:t>计算模拟成本</a:t>
            </a:r>
            <a:endParaRPr lang="zh-TW" altLang="en-US" sz="3600" b="1">
              <a:latin typeface="黑体" pitchFamily="2" charset="-122"/>
              <a:ea typeface="黑体" pitchFamily="2" charset="-122"/>
            </a:endParaRPr>
          </a:p>
        </p:txBody>
      </p:sp>
      <p:sp>
        <p:nvSpPr>
          <p:cNvPr id="154628" name="TextBox 3"/>
          <p:cNvSpPr txBox="1">
            <a:spLocks noChangeArrowheads="1"/>
          </p:cNvSpPr>
          <p:nvPr/>
        </p:nvSpPr>
        <p:spPr bwMode="auto">
          <a:xfrm>
            <a:off x="250825" y="910273"/>
            <a:ext cx="8424863" cy="400050"/>
          </a:xfrm>
          <a:prstGeom prst="rect">
            <a:avLst/>
          </a:prstGeom>
          <a:noFill/>
          <a:ln w="9525">
            <a:noFill/>
            <a:miter lim="800000"/>
          </a:ln>
        </p:spPr>
        <p:txBody>
          <a:bodyPr>
            <a:spAutoFit/>
          </a:bodyPr>
          <a:lstStyle/>
          <a:p>
            <a:r>
              <a:rPr lang="zh-CN" altLang="en-US" sz="2000">
                <a:latin typeface="微软雅黑" pitchFamily="34" charset="-122"/>
                <a:ea typeface="微软雅黑" pitchFamily="34" charset="-122"/>
              </a:rPr>
              <a:t>作业目的：对主件品号，按照选择的成本取价方式，进行成本模拟计算。</a:t>
            </a:r>
            <a:endParaRPr lang="zh-CN" altLang="en-US" sz="2000">
              <a:latin typeface="微软雅黑" pitchFamily="34" charset="-122"/>
              <a:ea typeface="微软雅黑" pitchFamily="34" charset="-122"/>
            </a:endParaRPr>
          </a:p>
        </p:txBody>
      </p:sp>
      <p:sp>
        <p:nvSpPr>
          <p:cNvPr id="5" name="TextBox 4"/>
          <p:cNvSpPr txBox="1"/>
          <p:nvPr/>
        </p:nvSpPr>
        <p:spPr>
          <a:xfrm>
            <a:off x="11430" y="1270000"/>
            <a:ext cx="3090545" cy="557784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600" dirty="0">
                <a:solidFill>
                  <a:srgbClr val="0D0D0D"/>
                </a:solidFill>
                <a:latin typeface="微软雅黑" charset="0"/>
                <a:ea typeface="微软雅黑" charset="0"/>
              </a:rPr>
              <a:t>工厂：计算模拟成本的组织</a:t>
            </a:r>
            <a:r>
              <a:rPr lang="zh-CN" altLang="en-US" sz="1600" dirty="0" smtClean="0">
                <a:solidFill>
                  <a:srgbClr val="0D0D0D"/>
                </a:solidFill>
                <a:latin typeface="微软雅黑" charset="0"/>
                <a:ea typeface="微软雅黑" charset="0"/>
              </a:rPr>
              <a:t>。</a:t>
            </a:r>
            <a:endParaRPr lang="en-US" altLang="zh-CN" sz="16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600" dirty="0">
                <a:solidFill>
                  <a:srgbClr val="0D0D0D"/>
                </a:solidFill>
                <a:latin typeface="微软雅黑" charset="0"/>
                <a:ea typeface="微软雅黑" charset="0"/>
              </a:rPr>
              <a:t>重新模拟：成本有异动，需要重新计算成本时，可选择是否保留历史以作对照</a:t>
            </a:r>
            <a:endParaRPr lang="en-US" altLang="zh-CN" sz="1600" dirty="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600" dirty="0" smtClean="0">
                <a:solidFill>
                  <a:srgbClr val="0D0D0D"/>
                </a:solidFill>
                <a:latin typeface="微软雅黑" charset="0"/>
                <a:ea typeface="微软雅黑" charset="0"/>
              </a:rPr>
              <a:t>模拟</a:t>
            </a:r>
            <a:r>
              <a:rPr lang="zh-CN" altLang="en-US" sz="1600" dirty="0">
                <a:solidFill>
                  <a:srgbClr val="0D0D0D"/>
                </a:solidFill>
                <a:latin typeface="微软雅黑" charset="0"/>
                <a:ea typeface="微软雅黑" charset="0"/>
              </a:rPr>
              <a:t>版本：本次成本模拟的版本号，同一工厂下同一品号模拟版本不可重复。</a:t>
            </a:r>
            <a:endParaRPr lang="en-US" altLang="zh-CN" sz="1600" dirty="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600" dirty="0">
                <a:solidFill>
                  <a:srgbClr val="0D0D0D"/>
                </a:solidFill>
                <a:latin typeface="微软雅黑" charset="0"/>
                <a:ea typeface="微软雅黑" charset="0"/>
              </a:rPr>
              <a:t>版本描述：对本次成本模拟进行描述。</a:t>
            </a:r>
            <a:endParaRPr lang="en-US" altLang="zh-CN" sz="1600" dirty="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600" dirty="0" smtClean="0">
                <a:solidFill>
                  <a:srgbClr val="0D0D0D"/>
                </a:solidFill>
                <a:latin typeface="微软雅黑" charset="0"/>
                <a:ea typeface="微软雅黑" charset="0"/>
              </a:rPr>
              <a:t>主</a:t>
            </a:r>
            <a:r>
              <a:rPr lang="zh-CN" altLang="en-US" sz="1600" dirty="0">
                <a:solidFill>
                  <a:srgbClr val="0D0D0D"/>
                </a:solidFill>
                <a:latin typeface="微软雅黑" charset="0"/>
                <a:ea typeface="微软雅黑" charset="0"/>
              </a:rPr>
              <a:t>件品号：选择本次模拟成本计算的主件品号。</a:t>
            </a:r>
            <a:endParaRPr lang="en-US" altLang="zh-CN" sz="1600" dirty="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600" dirty="0">
                <a:solidFill>
                  <a:srgbClr val="0D0D0D"/>
                </a:solidFill>
                <a:latin typeface="微软雅黑" charset="0"/>
                <a:ea typeface="微软雅黑" charset="0"/>
              </a:rPr>
              <a:t>材料成本取价方式</a:t>
            </a:r>
            <a:r>
              <a:rPr lang="zh-CN" altLang="en-US" sz="1600" dirty="0" smtClean="0">
                <a:solidFill>
                  <a:srgbClr val="0D0D0D"/>
                </a:solidFill>
                <a:latin typeface="微软雅黑" charset="0"/>
                <a:ea typeface="微软雅黑" charset="0"/>
              </a:rPr>
              <a:t>：</a:t>
            </a:r>
            <a:endParaRPr lang="en-US" altLang="zh-CN" sz="1600" dirty="0" smtClean="0">
              <a:solidFill>
                <a:srgbClr val="0D0D0D"/>
              </a:solidFill>
              <a:latin typeface="微软雅黑" charset="0"/>
              <a:ea typeface="微软雅黑" charset="0"/>
            </a:endParaRPr>
          </a:p>
          <a:p>
            <a:pPr marL="74295" lvl="1" eaLnBrk="1" latinLnBrk="0" hangingPunct="1">
              <a:lnSpc>
                <a:spcPct val="150000"/>
              </a:lnSpc>
              <a:spcBef>
                <a:spcPts val="0"/>
              </a:spcBef>
              <a:defRPr/>
            </a:pPr>
            <a:r>
              <a:rPr lang="en-US" altLang="zh-CN" sz="1600" dirty="0" smtClean="0">
                <a:solidFill>
                  <a:srgbClr val="0D0D0D"/>
                </a:solidFill>
                <a:latin typeface="微软雅黑" charset="0"/>
                <a:ea typeface="微软雅黑" charset="0"/>
              </a:rPr>
              <a:t>  </a:t>
            </a:r>
            <a:r>
              <a:rPr lang="zh-CN" altLang="en-US" sz="1600" dirty="0" smtClean="0">
                <a:solidFill>
                  <a:srgbClr val="0D0D0D"/>
                </a:solidFill>
                <a:latin typeface="微软雅黑" charset="0"/>
                <a:ea typeface="微软雅黑" charset="0"/>
              </a:rPr>
              <a:t>分为</a:t>
            </a:r>
            <a:r>
              <a:rPr lang="zh-CN" altLang="en-US" sz="1600" dirty="0">
                <a:solidFill>
                  <a:srgbClr val="0D0D0D"/>
                </a:solidFill>
                <a:latin typeface="微软雅黑" charset="0"/>
                <a:ea typeface="微软雅黑" charset="0"/>
              </a:rPr>
              <a:t>：</a:t>
            </a:r>
            <a:r>
              <a:rPr lang="en-US" altLang="zh-CN" sz="1600" dirty="0">
                <a:solidFill>
                  <a:srgbClr val="0D0D0D"/>
                </a:solidFill>
                <a:latin typeface="微软雅黑" charset="0"/>
                <a:ea typeface="微软雅黑" charset="0"/>
              </a:rPr>
              <a:t>1.</a:t>
            </a:r>
            <a:r>
              <a:rPr lang="zh-CN" altLang="en-US" sz="1600" dirty="0">
                <a:solidFill>
                  <a:srgbClr val="0D0D0D"/>
                </a:solidFill>
                <a:latin typeface="微软雅黑" charset="0"/>
                <a:ea typeface="微软雅黑" charset="0"/>
              </a:rPr>
              <a:t>最近进价，</a:t>
            </a:r>
            <a:r>
              <a:rPr lang="en-US" altLang="zh-CN" sz="1600" dirty="0">
                <a:solidFill>
                  <a:srgbClr val="0D0D0D"/>
                </a:solidFill>
                <a:latin typeface="微软雅黑" charset="0"/>
                <a:ea typeface="微软雅黑" charset="0"/>
              </a:rPr>
              <a:t>2.</a:t>
            </a:r>
            <a:r>
              <a:rPr lang="zh-CN" altLang="en-US" sz="1600" dirty="0">
                <a:solidFill>
                  <a:srgbClr val="0D0D0D"/>
                </a:solidFill>
                <a:latin typeface="微软雅黑" charset="0"/>
                <a:ea typeface="微软雅黑" charset="0"/>
              </a:rPr>
              <a:t>当前移动平均成本，</a:t>
            </a:r>
            <a:r>
              <a:rPr lang="en-US" altLang="zh-CN" sz="1600" dirty="0">
                <a:solidFill>
                  <a:srgbClr val="0D0D0D"/>
                </a:solidFill>
                <a:latin typeface="微软雅黑" charset="0"/>
                <a:ea typeface="微软雅黑" charset="0"/>
              </a:rPr>
              <a:t>3.</a:t>
            </a:r>
            <a:r>
              <a:rPr lang="zh-CN" altLang="en-US" sz="1600" dirty="0">
                <a:solidFill>
                  <a:srgbClr val="0D0D0D"/>
                </a:solidFill>
                <a:latin typeface="微软雅黑" charset="0"/>
                <a:ea typeface="微软雅黑" charset="0"/>
              </a:rPr>
              <a:t>模拟成本来源，</a:t>
            </a:r>
            <a:r>
              <a:rPr lang="en-US" altLang="zh-CN" sz="1600" dirty="0">
                <a:solidFill>
                  <a:srgbClr val="0D0D0D"/>
                </a:solidFill>
                <a:latin typeface="微软雅黑" charset="0"/>
                <a:ea typeface="微软雅黑" charset="0"/>
              </a:rPr>
              <a:t>4.</a:t>
            </a:r>
            <a:r>
              <a:rPr lang="zh-CN" altLang="en-US" sz="1600" dirty="0">
                <a:solidFill>
                  <a:srgbClr val="0D0D0D"/>
                </a:solidFill>
                <a:latin typeface="微软雅黑" charset="0"/>
                <a:ea typeface="微软雅黑" charset="0"/>
              </a:rPr>
              <a:t>供应商料件价格。</a:t>
            </a:r>
            <a:endParaRPr lang="en-US" altLang="zh-CN" sz="1600" dirty="0">
              <a:solidFill>
                <a:srgbClr val="0D0D0D"/>
              </a:solidFill>
              <a:latin typeface="微软雅黑" charset="0"/>
              <a:ea typeface="微软雅黑" charset="0"/>
            </a:endParaRPr>
          </a:p>
        </p:txBody>
      </p:sp>
      <p:pic>
        <p:nvPicPr>
          <p:cNvPr id="4" name="图片 3"/>
          <p:cNvPicPr>
            <a:picLocks noChangeAspect="1"/>
          </p:cNvPicPr>
          <p:nvPr/>
        </p:nvPicPr>
        <p:blipFill>
          <a:blip r:embed="rId1"/>
          <a:stretch>
            <a:fillRect/>
          </a:stretch>
        </p:blipFill>
        <p:spPr>
          <a:xfrm>
            <a:off x="3060065" y="1629410"/>
            <a:ext cx="5935345" cy="4872355"/>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TW" altLang="en-US" sz="3600" b="1">
                <a:latin typeface="黑体" pitchFamily="2" charset="-122"/>
                <a:ea typeface="黑体" pitchFamily="2" charset="-122"/>
              </a:rPr>
              <a:t>日常单据录入－</a:t>
            </a:r>
            <a:r>
              <a:rPr lang="zh-CN" altLang="en-US" sz="3600" b="1">
                <a:latin typeface="黑体" pitchFamily="2" charset="-122"/>
                <a:ea typeface="黑体" pitchFamily="2" charset="-122"/>
              </a:rPr>
              <a:t>计算模拟成本</a:t>
            </a:r>
            <a:endParaRPr lang="zh-TW" altLang="en-US" sz="3600" b="1">
              <a:latin typeface="黑体" pitchFamily="2" charset="-122"/>
              <a:ea typeface="黑体" pitchFamily="2" charset="-122"/>
            </a:endParaRPr>
          </a:p>
        </p:txBody>
      </p:sp>
      <p:sp>
        <p:nvSpPr>
          <p:cNvPr id="5" name="TextBox 4"/>
          <p:cNvSpPr txBox="1"/>
          <p:nvPr/>
        </p:nvSpPr>
        <p:spPr>
          <a:xfrm>
            <a:off x="323850" y="1124903"/>
            <a:ext cx="8569325" cy="5440680"/>
          </a:xfrm>
          <a:prstGeom prst="rect">
            <a:avLst/>
          </a:prstGeom>
          <a:noFill/>
        </p:spPr>
        <p:txBody>
          <a:bodyPr>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a:solidFill>
                  <a:srgbClr val="0D0D0D"/>
                </a:solidFill>
                <a:latin typeface="微软雅黑" charset="0"/>
                <a:ea typeface="微软雅黑" charset="0"/>
              </a:rPr>
              <a:t>材料成本取价方式：品号为采购件时，选择</a:t>
            </a:r>
            <a:r>
              <a:rPr lang="en-US" altLang="zh-CN" sz="1800" dirty="0">
                <a:solidFill>
                  <a:srgbClr val="0D0D0D"/>
                </a:solidFill>
                <a:latin typeface="微软雅黑" charset="0"/>
                <a:ea typeface="微软雅黑" charset="0"/>
              </a:rPr>
              <a:t>1.</a:t>
            </a:r>
            <a:r>
              <a:rPr lang="zh-CN" altLang="en-US" sz="1800" dirty="0">
                <a:solidFill>
                  <a:srgbClr val="0D0D0D"/>
                </a:solidFill>
                <a:latin typeface="微软雅黑" charset="0"/>
                <a:ea typeface="微软雅黑" charset="0"/>
              </a:rPr>
              <a:t>最近进价，系统会从到货单选取该采购件在所计算的工厂，最近的一笔已审核的到货单上的采购价格作为计算来源。</a:t>
            </a:r>
            <a:r>
              <a:rPr lang="en-US" altLang="zh-CN" sz="1800" dirty="0">
                <a:solidFill>
                  <a:srgbClr val="0D0D0D"/>
                </a:solidFill>
                <a:latin typeface="微软雅黑" charset="0"/>
                <a:ea typeface="微软雅黑" charset="0"/>
              </a:rPr>
              <a:t>2.</a:t>
            </a:r>
            <a:r>
              <a:rPr lang="zh-CN" altLang="en-US" sz="1800" dirty="0">
                <a:solidFill>
                  <a:srgbClr val="0D0D0D"/>
                </a:solidFill>
                <a:latin typeface="微软雅黑" charset="0"/>
                <a:ea typeface="微软雅黑" charset="0"/>
              </a:rPr>
              <a:t>当前移动平均成本，系统会取该采购件在当前系统时刻的移动平均成本作为计算来源。</a:t>
            </a:r>
            <a:r>
              <a:rPr lang="en-US" altLang="zh-CN" sz="1800" dirty="0">
                <a:solidFill>
                  <a:srgbClr val="0D0D0D"/>
                </a:solidFill>
                <a:latin typeface="微软雅黑" charset="0"/>
                <a:ea typeface="微软雅黑" charset="0"/>
              </a:rPr>
              <a:t>3.</a:t>
            </a:r>
            <a:r>
              <a:rPr lang="zh-CN" altLang="en-US" sz="1800" dirty="0">
                <a:solidFill>
                  <a:srgbClr val="0D0D0D"/>
                </a:solidFill>
                <a:latin typeface="微软雅黑" charset="0"/>
                <a:ea typeface="微软雅黑" charset="0"/>
              </a:rPr>
              <a:t>模拟成本来源，系统会取品号模拟成本来源作业维护的成本作为计算来源。</a:t>
            </a:r>
            <a:r>
              <a:rPr lang="en-US" altLang="zh-CN" sz="1800" dirty="0">
                <a:solidFill>
                  <a:srgbClr val="0D0D0D"/>
                </a:solidFill>
                <a:latin typeface="微软雅黑" charset="0"/>
                <a:ea typeface="微软雅黑" charset="0"/>
              </a:rPr>
              <a:t>4.</a:t>
            </a:r>
            <a:r>
              <a:rPr lang="zh-CN" altLang="en-US" sz="1800" dirty="0">
                <a:solidFill>
                  <a:srgbClr val="0D0D0D"/>
                </a:solidFill>
                <a:latin typeface="微软雅黑" charset="0"/>
                <a:ea typeface="微软雅黑" charset="0"/>
              </a:rPr>
              <a:t>供应商料件价格，系统会取该品号在供应商料件价格信息中最低的价格作为计算的来源。品号为委外加工件时，</a:t>
            </a:r>
            <a:r>
              <a:rPr lang="en-US" altLang="zh-CN" sz="1800" dirty="0">
                <a:solidFill>
                  <a:srgbClr val="0D0D0D"/>
                </a:solidFill>
                <a:latin typeface="微软雅黑" charset="0"/>
                <a:ea typeface="微软雅黑" charset="0"/>
              </a:rPr>
              <a:t>1.3.4.</a:t>
            </a:r>
            <a:r>
              <a:rPr lang="zh-CN" altLang="en-US" sz="1800" dirty="0">
                <a:solidFill>
                  <a:srgbClr val="0D0D0D"/>
                </a:solidFill>
                <a:latin typeface="微软雅黑" charset="0"/>
                <a:ea typeface="微软雅黑" charset="0"/>
              </a:rPr>
              <a:t>时，同采购件处理逻辑，选择</a:t>
            </a:r>
            <a:r>
              <a:rPr lang="en-US" altLang="zh-CN" sz="1800" dirty="0">
                <a:solidFill>
                  <a:srgbClr val="0D0D0D"/>
                </a:solidFill>
                <a:latin typeface="微软雅黑" charset="0"/>
                <a:ea typeface="微软雅黑" charset="0"/>
              </a:rPr>
              <a:t>2.</a:t>
            </a:r>
            <a:r>
              <a:rPr lang="zh-CN" altLang="en-US" sz="1800" dirty="0">
                <a:solidFill>
                  <a:srgbClr val="0D0D0D"/>
                </a:solidFill>
                <a:latin typeface="微软雅黑" charset="0"/>
                <a:ea typeface="微软雅黑" charset="0"/>
              </a:rPr>
              <a:t>当前移动平均成本，系统仍然取品号模拟成本来源作业维护的成本作为计算来源。品号为其他类型时，无论选择何种取价方式，都是取品号模拟成本来源作业维护的成本作为计算来源。</a:t>
            </a:r>
            <a:endParaRPr lang="en-US" altLang="zh-CN" sz="1800" dirty="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a:solidFill>
                  <a:srgbClr val="0D0D0D"/>
                </a:solidFill>
                <a:latin typeface="微软雅黑" charset="0"/>
                <a:ea typeface="微软雅黑" charset="0"/>
              </a:rPr>
              <a:t>采购域：材料成本取价方式选择</a:t>
            </a:r>
            <a:r>
              <a:rPr lang="en-US" altLang="zh-CN" sz="1800" dirty="0">
                <a:solidFill>
                  <a:srgbClr val="0D0D0D"/>
                </a:solidFill>
                <a:latin typeface="微软雅黑" charset="0"/>
                <a:ea typeface="微软雅黑" charset="0"/>
              </a:rPr>
              <a:t>4.</a:t>
            </a:r>
            <a:r>
              <a:rPr lang="zh-CN" altLang="en-US" sz="1800" dirty="0">
                <a:solidFill>
                  <a:srgbClr val="0D0D0D"/>
                </a:solidFill>
                <a:latin typeface="微软雅黑" charset="0"/>
                <a:ea typeface="微软雅黑" charset="0"/>
              </a:rPr>
              <a:t>供应商料件价格时，需要确认对应的采购域。</a:t>
            </a:r>
            <a:endParaRPr lang="en-US" altLang="zh-CN" sz="1800" dirty="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a:solidFill>
                  <a:srgbClr val="0D0D0D"/>
                </a:solidFill>
                <a:latin typeface="微软雅黑" charset="0"/>
                <a:ea typeface="微软雅黑" charset="0"/>
              </a:rPr>
              <a:t>最近进价</a:t>
            </a:r>
            <a:r>
              <a:rPr lang="en-US" altLang="zh-CN" sz="1800" dirty="0">
                <a:solidFill>
                  <a:srgbClr val="0D0D0D"/>
                </a:solidFill>
                <a:latin typeface="微软雅黑" charset="0"/>
                <a:ea typeface="微软雅黑" charset="0"/>
              </a:rPr>
              <a:t>/</a:t>
            </a:r>
            <a:r>
              <a:rPr lang="zh-CN" altLang="en-US" sz="1800" dirty="0">
                <a:solidFill>
                  <a:srgbClr val="0D0D0D"/>
                </a:solidFill>
                <a:latin typeface="微软雅黑" charset="0"/>
                <a:ea typeface="微软雅黑" charset="0"/>
              </a:rPr>
              <a:t>供应商料件价格含税：材料成本取价方式选择</a:t>
            </a:r>
            <a:r>
              <a:rPr lang="en-US" altLang="zh-CN" sz="1800" dirty="0">
                <a:solidFill>
                  <a:srgbClr val="0D0D0D"/>
                </a:solidFill>
                <a:latin typeface="微软雅黑" charset="0"/>
                <a:ea typeface="微软雅黑" charset="0"/>
              </a:rPr>
              <a:t>1.</a:t>
            </a:r>
            <a:r>
              <a:rPr lang="zh-CN" altLang="en-US" sz="1800" dirty="0">
                <a:solidFill>
                  <a:srgbClr val="0D0D0D"/>
                </a:solidFill>
                <a:latin typeface="微软雅黑" charset="0"/>
                <a:ea typeface="微软雅黑" charset="0"/>
              </a:rPr>
              <a:t>最近进价或者</a:t>
            </a:r>
            <a:r>
              <a:rPr lang="en-US" altLang="zh-CN" sz="1800" dirty="0">
                <a:solidFill>
                  <a:srgbClr val="0D0D0D"/>
                </a:solidFill>
                <a:latin typeface="微软雅黑" charset="0"/>
                <a:ea typeface="微软雅黑" charset="0"/>
              </a:rPr>
              <a:t>4.</a:t>
            </a:r>
            <a:r>
              <a:rPr lang="zh-CN" altLang="en-US" sz="1800" dirty="0">
                <a:solidFill>
                  <a:srgbClr val="0D0D0D"/>
                </a:solidFill>
                <a:latin typeface="微软雅黑" charset="0"/>
                <a:ea typeface="微软雅黑" charset="0"/>
              </a:rPr>
              <a:t>供应商料件价格时，是将含税价纳入计算还是未税价纳入计算。</a:t>
            </a:r>
            <a:endParaRPr lang="en-US" altLang="zh-CN" sz="1800" dirty="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endParaRPr lang="en-US" altLang="zh-CN" sz="1800" dirty="0">
              <a:solidFill>
                <a:srgbClr val="0D0D0D"/>
              </a:solidFill>
              <a:latin typeface="微软雅黑" charset="0"/>
              <a:ea typeface="微软雅黑"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TW" altLang="en-US" sz="3600" b="1">
                <a:latin typeface="黑体" pitchFamily="2" charset="-122"/>
                <a:ea typeface="黑体" pitchFamily="2" charset="-122"/>
              </a:rPr>
              <a:t>日常单据录入－</a:t>
            </a:r>
            <a:r>
              <a:rPr lang="en-US" altLang="zh-CN" sz="3600" b="1">
                <a:latin typeface="黑体" pitchFamily="2" charset="-122"/>
                <a:ea typeface="黑体" pitchFamily="2" charset="-122"/>
              </a:rPr>
              <a:t>BOM</a:t>
            </a:r>
            <a:r>
              <a:rPr lang="zh-CN" altLang="en-US" sz="3600" b="1">
                <a:latin typeface="黑体" pitchFamily="2" charset="-122"/>
                <a:ea typeface="黑体" pitchFamily="2" charset="-122"/>
              </a:rPr>
              <a:t>模拟成本报表</a:t>
            </a:r>
            <a:endParaRPr lang="zh-TW" altLang="en-US" sz="3600" b="1">
              <a:latin typeface="黑体" pitchFamily="2" charset="-122"/>
              <a:ea typeface="黑体" pitchFamily="2" charset="-122"/>
            </a:endParaRPr>
          </a:p>
        </p:txBody>
      </p:sp>
      <p:sp>
        <p:nvSpPr>
          <p:cNvPr id="4" name="矩形 3"/>
          <p:cNvSpPr/>
          <p:nvPr/>
        </p:nvSpPr>
        <p:spPr>
          <a:xfrm>
            <a:off x="468313" y="5516563"/>
            <a:ext cx="8064500" cy="722630"/>
          </a:xfrm>
          <a:prstGeom prst="rect">
            <a:avLst/>
          </a:prstGeom>
        </p:spPr>
        <p:txBody>
          <a:bodyPr>
            <a:spAutoFit/>
          </a:bodyPr>
          <a:lstStyle/>
          <a:p>
            <a:pPr marL="360045" lvl="1" indent="-285750">
              <a:spcBef>
                <a:spcPts val="0"/>
              </a:spcBef>
              <a:buFont typeface="Wingdings" pitchFamily="2" charset="2"/>
              <a:buChar char="n"/>
              <a:defRPr/>
            </a:pPr>
            <a:r>
              <a:rPr lang="zh-CN" altLang="en-US" sz="2000" dirty="0">
                <a:solidFill>
                  <a:srgbClr val="0D0D0D"/>
                </a:solidFill>
                <a:latin typeface="微软雅黑" charset="0"/>
                <a:ea typeface="微软雅黑" charset="0"/>
              </a:rPr>
              <a:t>查看成本模拟的计算结果。</a:t>
            </a:r>
            <a:endParaRPr lang="en-US" altLang="zh-CN" sz="2000" dirty="0">
              <a:solidFill>
                <a:srgbClr val="0D0D0D"/>
              </a:solidFill>
              <a:latin typeface="微软雅黑" charset="0"/>
              <a:ea typeface="微软雅黑" charset="0"/>
            </a:endParaRPr>
          </a:p>
          <a:p>
            <a:pPr marL="360045" lvl="1" indent="-285750">
              <a:spcBef>
                <a:spcPts val="0"/>
              </a:spcBef>
              <a:buFont typeface="Wingdings" pitchFamily="2" charset="2"/>
              <a:buChar char="n"/>
              <a:defRPr/>
            </a:pPr>
            <a:r>
              <a:rPr lang="zh-CN" altLang="en-US" sz="2000" dirty="0">
                <a:solidFill>
                  <a:srgbClr val="0D0D0D"/>
                </a:solidFill>
                <a:latin typeface="微软雅黑" charset="0"/>
                <a:ea typeface="微软雅黑" charset="0"/>
              </a:rPr>
              <a:t>可以选择只查看主件品号。</a:t>
            </a:r>
            <a:endParaRPr lang="en-US" altLang="zh-CN" sz="2000" dirty="0">
              <a:solidFill>
                <a:srgbClr val="0D0D0D"/>
              </a:solidFill>
              <a:latin typeface="微软雅黑" charset="0"/>
              <a:ea typeface="微软雅黑" charset="0"/>
            </a:endParaRPr>
          </a:p>
        </p:txBody>
      </p:sp>
      <p:pic>
        <p:nvPicPr>
          <p:cNvPr id="5" name="图片 4"/>
          <p:cNvPicPr>
            <a:picLocks noChangeAspect="1"/>
          </p:cNvPicPr>
          <p:nvPr/>
        </p:nvPicPr>
        <p:blipFill>
          <a:blip r:embed="rId1"/>
          <a:stretch>
            <a:fillRect/>
          </a:stretch>
        </p:blipFill>
        <p:spPr>
          <a:xfrm>
            <a:off x="36195" y="1125220"/>
            <a:ext cx="9027160" cy="1468755"/>
          </a:xfrm>
          <a:prstGeom prst="rect">
            <a:avLst/>
          </a:prstGeom>
        </p:spPr>
      </p:pic>
      <p:pic>
        <p:nvPicPr>
          <p:cNvPr id="6" name="图片 5"/>
          <p:cNvPicPr>
            <a:picLocks noChangeAspect="1"/>
          </p:cNvPicPr>
          <p:nvPr/>
        </p:nvPicPr>
        <p:blipFill>
          <a:blip r:embed="rId2"/>
          <a:stretch>
            <a:fillRect/>
          </a:stretch>
        </p:blipFill>
        <p:spPr>
          <a:xfrm>
            <a:off x="107315" y="2493010"/>
            <a:ext cx="7381240" cy="1228725"/>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文字方塊 1"/>
          <p:cNvSpPr txBox="1">
            <a:spLocks noChangeArrowheads="1"/>
          </p:cNvSpPr>
          <p:nvPr/>
        </p:nvSpPr>
        <p:spPr bwMode="auto">
          <a:xfrm>
            <a:off x="280988" y="476250"/>
            <a:ext cx="8820150" cy="646331"/>
          </a:xfrm>
          <a:prstGeom prst="rect">
            <a:avLst/>
          </a:prstGeom>
          <a:noFill/>
          <a:ln w="9525">
            <a:noFill/>
            <a:miter lim="800000"/>
          </a:ln>
        </p:spPr>
        <p:txBody>
          <a:bodyPr>
            <a:spAutoFit/>
          </a:bodyPr>
          <a:lstStyle/>
          <a:p>
            <a:pPr marL="0" lvl="1" algn="ctr"/>
            <a:r>
              <a:rPr lang="zh-CN" altLang="en-US" sz="3600" b="1" dirty="0" smtClean="0">
                <a:latin typeface="SimHei" pitchFamily="49" charset="-122"/>
                <a:ea typeface="SimHei" pitchFamily="49" charset="-122"/>
              </a:rPr>
              <a:t>多组织</a:t>
            </a:r>
            <a:r>
              <a:rPr lang="en-US" altLang="zh-CN" sz="3600" b="1" dirty="0" smtClean="0">
                <a:latin typeface="SimHei" pitchFamily="49" charset="-122"/>
                <a:ea typeface="SimHei" pitchFamily="49" charset="-122"/>
              </a:rPr>
              <a:t>BOM</a:t>
            </a:r>
            <a:r>
              <a:rPr lang="zh-CN" altLang="en-US" sz="3600" b="1" dirty="0" smtClean="0">
                <a:latin typeface="SimHei" pitchFamily="49" charset="-122"/>
                <a:ea typeface="SimHei" pitchFamily="49" charset="-122"/>
              </a:rPr>
              <a:t>设置</a:t>
            </a:r>
            <a:r>
              <a:rPr lang="en-US" altLang="zh-CN" sz="2400" b="1" dirty="0" smtClean="0">
                <a:latin typeface="SimHei" pitchFamily="49" charset="-122"/>
                <a:ea typeface="SimHei" pitchFamily="49" charset="-122"/>
              </a:rPr>
              <a:t>—</a:t>
            </a:r>
            <a:r>
              <a:rPr lang="zh-CN" altLang="en-US" sz="2400" b="1" dirty="0" smtClean="0">
                <a:latin typeface="SimHei" pitchFamily="49" charset="-122"/>
                <a:ea typeface="SimHei" pitchFamily="49" charset="-122"/>
              </a:rPr>
              <a:t>集中式与分布式管理模式</a:t>
            </a:r>
            <a:endParaRPr lang="zh-TW" altLang="en-US" sz="2400" b="1" dirty="0">
              <a:latin typeface="SimHei" pitchFamily="49" charset="-122"/>
              <a:ea typeface="SimHei" pitchFamily="49" charset="-122"/>
            </a:endParaRPr>
          </a:p>
        </p:txBody>
      </p:sp>
      <p:sp>
        <p:nvSpPr>
          <p:cNvPr id="36869" name="投影片編號版面配置區 2"/>
          <p:cNvSpPr txBox="1"/>
          <p:nvPr/>
        </p:nvSpPr>
        <p:spPr bwMode="auto">
          <a:xfrm>
            <a:off x="8550275" y="6383338"/>
            <a:ext cx="719138" cy="476250"/>
          </a:xfrm>
          <a:prstGeom prst="rect">
            <a:avLst/>
          </a:prstGeom>
          <a:noFill/>
          <a:ln w="9525">
            <a:noFill/>
            <a:miter lim="800000"/>
          </a:ln>
        </p:spPr>
        <p:txBody>
          <a:bodyPr/>
          <a:lstStyle/>
          <a:p>
            <a:fld id="{F307F9E1-A41D-4168-B252-781212725006}" type="slidenum">
              <a:rPr lang="en-US" altLang="zh-TW">
                <a:latin typeface="微软雅黑" charset="0"/>
                <a:ea typeface="微软雅黑" charset="0"/>
              </a:rPr>
            </a:fld>
            <a:endParaRPr lang="en-US" altLang="zh-TW">
              <a:latin typeface="微软雅黑" charset="0"/>
              <a:ea typeface="微软雅黑" charset="0"/>
            </a:endParaRPr>
          </a:p>
        </p:txBody>
      </p:sp>
      <p:pic>
        <p:nvPicPr>
          <p:cNvPr id="7" name="Picture 50" descr="04"/>
          <p:cNvPicPr>
            <a:picLocks noChangeAspect="1" noChangeArrowheads="1"/>
          </p:cNvPicPr>
          <p:nvPr/>
        </p:nvPicPr>
        <p:blipFill>
          <a:blip r:embed="rId1" cstate="print"/>
          <a:srcRect/>
          <a:stretch>
            <a:fillRect/>
          </a:stretch>
        </p:blipFill>
        <p:spPr bwMode="auto">
          <a:xfrm rot="14861281">
            <a:off x="5532952" y="3218885"/>
            <a:ext cx="315509" cy="451467"/>
          </a:xfrm>
          <a:prstGeom prst="rect">
            <a:avLst/>
          </a:prstGeom>
          <a:noFill/>
          <a:ln w="9525">
            <a:noFill/>
            <a:miter lim="800000"/>
            <a:headEnd/>
            <a:tailEnd/>
          </a:ln>
        </p:spPr>
      </p:pic>
      <p:pic>
        <p:nvPicPr>
          <p:cNvPr id="8" name="Picture 51" descr="05"/>
          <p:cNvPicPr>
            <a:picLocks noChangeAspect="1" noChangeArrowheads="1"/>
          </p:cNvPicPr>
          <p:nvPr/>
        </p:nvPicPr>
        <p:blipFill>
          <a:blip r:embed="rId2" cstate="print"/>
          <a:srcRect/>
          <a:stretch>
            <a:fillRect/>
          </a:stretch>
        </p:blipFill>
        <p:spPr bwMode="auto">
          <a:xfrm rot="17604631">
            <a:off x="5535118" y="2654909"/>
            <a:ext cx="318495" cy="455739"/>
          </a:xfrm>
          <a:prstGeom prst="rect">
            <a:avLst/>
          </a:prstGeom>
          <a:noFill/>
          <a:ln w="9525">
            <a:noFill/>
            <a:miter lim="800000"/>
            <a:headEnd/>
            <a:tailEnd/>
          </a:ln>
        </p:spPr>
      </p:pic>
      <p:grpSp>
        <p:nvGrpSpPr>
          <p:cNvPr id="2" name="Group 54"/>
          <p:cNvGrpSpPr/>
          <p:nvPr/>
        </p:nvGrpSpPr>
        <p:grpSpPr bwMode="auto">
          <a:xfrm>
            <a:off x="5998046" y="2017463"/>
            <a:ext cx="1238250" cy="979488"/>
            <a:chOff x="417" y="2816"/>
            <a:chExt cx="968" cy="765"/>
          </a:xfrm>
        </p:grpSpPr>
        <p:pic>
          <p:nvPicPr>
            <p:cNvPr id="11" name="Picture 55" descr="02"/>
            <p:cNvPicPr>
              <a:picLocks noChangeAspect="1" noChangeArrowheads="1"/>
            </p:cNvPicPr>
            <p:nvPr/>
          </p:nvPicPr>
          <p:blipFill>
            <a:blip r:embed="rId3" cstate="print"/>
            <a:srcRect/>
            <a:stretch>
              <a:fillRect/>
            </a:stretch>
          </p:blipFill>
          <p:spPr bwMode="auto">
            <a:xfrm>
              <a:off x="417" y="2859"/>
              <a:ext cx="968" cy="722"/>
            </a:xfrm>
            <a:prstGeom prst="rect">
              <a:avLst/>
            </a:prstGeom>
            <a:noFill/>
            <a:ln w="9525">
              <a:noFill/>
              <a:miter lim="800000"/>
              <a:headEnd/>
              <a:tailEnd/>
            </a:ln>
          </p:spPr>
        </p:pic>
        <p:pic>
          <p:nvPicPr>
            <p:cNvPr id="12" name="Picture 56" descr="08"/>
            <p:cNvPicPr>
              <a:picLocks noChangeAspect="1" noChangeArrowheads="1"/>
            </p:cNvPicPr>
            <p:nvPr/>
          </p:nvPicPr>
          <p:blipFill>
            <a:blip r:embed="rId4" cstate="print"/>
            <a:srcRect/>
            <a:stretch>
              <a:fillRect/>
            </a:stretch>
          </p:blipFill>
          <p:spPr bwMode="auto">
            <a:xfrm>
              <a:off x="655" y="2816"/>
              <a:ext cx="487" cy="498"/>
            </a:xfrm>
            <a:prstGeom prst="rect">
              <a:avLst/>
            </a:prstGeom>
            <a:noFill/>
            <a:ln w="9525">
              <a:noFill/>
              <a:miter lim="800000"/>
              <a:headEnd/>
              <a:tailEnd/>
            </a:ln>
          </p:spPr>
        </p:pic>
      </p:grpSp>
      <p:grpSp>
        <p:nvGrpSpPr>
          <p:cNvPr id="3" name="Group 57"/>
          <p:cNvGrpSpPr/>
          <p:nvPr/>
        </p:nvGrpSpPr>
        <p:grpSpPr bwMode="auto">
          <a:xfrm>
            <a:off x="3477766" y="2521519"/>
            <a:ext cx="1784350" cy="1303338"/>
            <a:chOff x="1519" y="527"/>
            <a:chExt cx="1394" cy="1019"/>
          </a:xfrm>
        </p:grpSpPr>
        <p:pic>
          <p:nvPicPr>
            <p:cNvPr id="14" name="Picture 58" descr="01"/>
            <p:cNvPicPr>
              <a:picLocks noChangeAspect="1" noChangeArrowheads="1"/>
            </p:cNvPicPr>
            <p:nvPr/>
          </p:nvPicPr>
          <p:blipFill>
            <a:blip r:embed="rId5" cstate="print"/>
            <a:srcRect/>
            <a:stretch>
              <a:fillRect/>
            </a:stretch>
          </p:blipFill>
          <p:spPr bwMode="auto">
            <a:xfrm>
              <a:off x="1519" y="572"/>
              <a:ext cx="1394" cy="974"/>
            </a:xfrm>
            <a:prstGeom prst="rect">
              <a:avLst/>
            </a:prstGeom>
            <a:noFill/>
            <a:ln w="9525">
              <a:noFill/>
              <a:miter lim="800000"/>
              <a:headEnd/>
              <a:tailEnd/>
            </a:ln>
          </p:spPr>
        </p:pic>
        <p:pic>
          <p:nvPicPr>
            <p:cNvPr id="15" name="Picture 59" descr="09"/>
            <p:cNvPicPr>
              <a:picLocks noChangeAspect="1" noChangeArrowheads="1"/>
            </p:cNvPicPr>
            <p:nvPr/>
          </p:nvPicPr>
          <p:blipFill>
            <a:blip r:embed="rId6" cstate="print"/>
            <a:srcRect/>
            <a:stretch>
              <a:fillRect/>
            </a:stretch>
          </p:blipFill>
          <p:spPr bwMode="auto">
            <a:xfrm>
              <a:off x="1882" y="527"/>
              <a:ext cx="728" cy="750"/>
            </a:xfrm>
            <a:prstGeom prst="rect">
              <a:avLst/>
            </a:prstGeom>
            <a:noFill/>
            <a:ln w="9525">
              <a:noFill/>
              <a:miter lim="800000"/>
              <a:headEnd/>
              <a:tailEnd/>
            </a:ln>
          </p:spPr>
        </p:pic>
      </p:grpSp>
      <p:grpSp>
        <p:nvGrpSpPr>
          <p:cNvPr id="4" name="Group 60"/>
          <p:cNvGrpSpPr/>
          <p:nvPr/>
        </p:nvGrpSpPr>
        <p:grpSpPr bwMode="auto">
          <a:xfrm>
            <a:off x="3077022" y="5307408"/>
            <a:ext cx="1238250" cy="979488"/>
            <a:chOff x="417" y="2816"/>
            <a:chExt cx="968" cy="765"/>
          </a:xfrm>
        </p:grpSpPr>
        <p:pic>
          <p:nvPicPr>
            <p:cNvPr id="17" name="Picture 61" descr="02"/>
            <p:cNvPicPr>
              <a:picLocks noChangeAspect="1" noChangeArrowheads="1"/>
            </p:cNvPicPr>
            <p:nvPr/>
          </p:nvPicPr>
          <p:blipFill>
            <a:blip r:embed="rId3" cstate="print"/>
            <a:srcRect/>
            <a:stretch>
              <a:fillRect/>
            </a:stretch>
          </p:blipFill>
          <p:spPr bwMode="auto">
            <a:xfrm>
              <a:off x="417" y="2859"/>
              <a:ext cx="968" cy="722"/>
            </a:xfrm>
            <a:prstGeom prst="rect">
              <a:avLst/>
            </a:prstGeom>
            <a:noFill/>
            <a:ln w="9525">
              <a:noFill/>
              <a:miter lim="800000"/>
              <a:headEnd/>
              <a:tailEnd/>
            </a:ln>
          </p:spPr>
        </p:pic>
        <p:pic>
          <p:nvPicPr>
            <p:cNvPr id="18" name="Picture 62" descr="08"/>
            <p:cNvPicPr>
              <a:picLocks noChangeAspect="1" noChangeArrowheads="1"/>
            </p:cNvPicPr>
            <p:nvPr/>
          </p:nvPicPr>
          <p:blipFill>
            <a:blip r:embed="rId4" cstate="print"/>
            <a:srcRect/>
            <a:stretch>
              <a:fillRect/>
            </a:stretch>
          </p:blipFill>
          <p:spPr bwMode="auto">
            <a:xfrm>
              <a:off x="655" y="2816"/>
              <a:ext cx="487" cy="498"/>
            </a:xfrm>
            <a:prstGeom prst="rect">
              <a:avLst/>
            </a:prstGeom>
            <a:noFill/>
            <a:ln w="9525">
              <a:noFill/>
              <a:miter lim="800000"/>
              <a:headEnd/>
              <a:tailEnd/>
            </a:ln>
          </p:spPr>
        </p:pic>
      </p:grpSp>
      <p:grpSp>
        <p:nvGrpSpPr>
          <p:cNvPr id="5" name="Group 63"/>
          <p:cNvGrpSpPr/>
          <p:nvPr/>
        </p:nvGrpSpPr>
        <p:grpSpPr bwMode="auto">
          <a:xfrm>
            <a:off x="4948014" y="5259412"/>
            <a:ext cx="1238250" cy="977900"/>
            <a:chOff x="417" y="2816"/>
            <a:chExt cx="968" cy="765"/>
          </a:xfrm>
        </p:grpSpPr>
        <p:pic>
          <p:nvPicPr>
            <p:cNvPr id="20" name="Picture 64" descr="02"/>
            <p:cNvPicPr>
              <a:picLocks noChangeAspect="1" noChangeArrowheads="1"/>
            </p:cNvPicPr>
            <p:nvPr/>
          </p:nvPicPr>
          <p:blipFill>
            <a:blip r:embed="rId3" cstate="print"/>
            <a:srcRect/>
            <a:stretch>
              <a:fillRect/>
            </a:stretch>
          </p:blipFill>
          <p:spPr bwMode="auto">
            <a:xfrm>
              <a:off x="417" y="2859"/>
              <a:ext cx="968" cy="722"/>
            </a:xfrm>
            <a:prstGeom prst="rect">
              <a:avLst/>
            </a:prstGeom>
            <a:noFill/>
            <a:ln w="9525">
              <a:noFill/>
              <a:miter lim="800000"/>
              <a:headEnd/>
              <a:tailEnd/>
            </a:ln>
          </p:spPr>
        </p:pic>
        <p:pic>
          <p:nvPicPr>
            <p:cNvPr id="21" name="Picture 65" descr="08"/>
            <p:cNvPicPr>
              <a:picLocks noChangeAspect="1" noChangeArrowheads="1"/>
            </p:cNvPicPr>
            <p:nvPr/>
          </p:nvPicPr>
          <p:blipFill>
            <a:blip r:embed="rId4" cstate="print"/>
            <a:srcRect/>
            <a:stretch>
              <a:fillRect/>
            </a:stretch>
          </p:blipFill>
          <p:spPr bwMode="auto">
            <a:xfrm>
              <a:off x="655" y="2816"/>
              <a:ext cx="487" cy="498"/>
            </a:xfrm>
            <a:prstGeom prst="rect">
              <a:avLst/>
            </a:prstGeom>
            <a:noFill/>
            <a:ln w="9525">
              <a:noFill/>
              <a:miter lim="800000"/>
              <a:headEnd/>
              <a:tailEnd/>
            </a:ln>
          </p:spPr>
        </p:pic>
      </p:grpSp>
      <p:sp>
        <p:nvSpPr>
          <p:cNvPr id="22" name="Text Box 66"/>
          <p:cNvSpPr txBox="1">
            <a:spLocks noChangeArrowheads="1"/>
          </p:cNvSpPr>
          <p:nvPr/>
        </p:nvSpPr>
        <p:spPr bwMode="auto">
          <a:xfrm>
            <a:off x="3837806" y="3385615"/>
            <a:ext cx="488950" cy="274638"/>
          </a:xfrm>
          <a:prstGeom prst="rect">
            <a:avLst/>
          </a:prstGeom>
          <a:noFill/>
          <a:ln w="12700">
            <a:noFill/>
            <a:miter lim="800000"/>
          </a:ln>
        </p:spPr>
        <p:txBody>
          <a:bodyPr wrap="none">
            <a:spAutoFit/>
          </a:bodyPr>
          <a:lstStyle/>
          <a:p>
            <a:pPr eaLnBrk="0" hangingPunct="0">
              <a:lnSpc>
                <a:spcPct val="100000"/>
              </a:lnSpc>
              <a:spcBef>
                <a:spcPct val="0"/>
              </a:spcBef>
              <a:buFontTx/>
              <a:buNone/>
            </a:pPr>
            <a:r>
              <a:rPr lang="zh-CN" altLang="en-US" sz="1200">
                <a:latin typeface="微软雅黑" charset="0"/>
                <a:ea typeface="微软雅黑" charset="0"/>
              </a:rPr>
              <a:t>母厂</a:t>
            </a:r>
            <a:endParaRPr lang="zh-CN" altLang="en-US" sz="1200">
              <a:latin typeface="微软雅黑" charset="0"/>
              <a:ea typeface="微软雅黑" charset="0"/>
            </a:endParaRPr>
          </a:p>
        </p:txBody>
      </p:sp>
      <p:sp>
        <p:nvSpPr>
          <p:cNvPr id="23" name="Text Box 67"/>
          <p:cNvSpPr txBox="1">
            <a:spLocks noChangeArrowheads="1"/>
          </p:cNvSpPr>
          <p:nvPr/>
        </p:nvSpPr>
        <p:spPr bwMode="auto">
          <a:xfrm>
            <a:off x="6574110" y="2521519"/>
            <a:ext cx="488950" cy="274638"/>
          </a:xfrm>
          <a:prstGeom prst="rect">
            <a:avLst/>
          </a:prstGeom>
          <a:noFill/>
          <a:ln w="12700" algn="ctr">
            <a:noFill/>
            <a:miter lim="800000"/>
          </a:ln>
        </p:spPr>
        <p:txBody>
          <a:bodyPr wrap="none">
            <a:spAutoFit/>
          </a:bodyPr>
          <a:lstStyle/>
          <a:p>
            <a:pPr eaLnBrk="0" hangingPunct="0">
              <a:lnSpc>
                <a:spcPct val="100000"/>
              </a:lnSpc>
              <a:spcBef>
                <a:spcPct val="0"/>
              </a:spcBef>
              <a:buFontTx/>
              <a:buNone/>
            </a:pPr>
            <a:r>
              <a:rPr lang="zh-CN" altLang="en-US" sz="1200" dirty="0">
                <a:latin typeface="微软雅黑" charset="0"/>
                <a:ea typeface="微软雅黑" charset="0"/>
              </a:rPr>
              <a:t>子厂</a:t>
            </a:r>
            <a:endParaRPr lang="zh-CN" altLang="en-US" sz="1200" dirty="0">
              <a:latin typeface="微软雅黑" charset="0"/>
              <a:ea typeface="微软雅黑" charset="0"/>
            </a:endParaRPr>
          </a:p>
        </p:txBody>
      </p:sp>
      <p:sp>
        <p:nvSpPr>
          <p:cNvPr id="24" name="Text Box 68"/>
          <p:cNvSpPr txBox="1">
            <a:spLocks noChangeArrowheads="1"/>
          </p:cNvSpPr>
          <p:nvPr/>
        </p:nvSpPr>
        <p:spPr bwMode="auto">
          <a:xfrm>
            <a:off x="3480247" y="5921771"/>
            <a:ext cx="646331" cy="276999"/>
          </a:xfrm>
          <a:prstGeom prst="rect">
            <a:avLst/>
          </a:prstGeom>
          <a:noFill/>
          <a:ln w="12700" algn="ctr">
            <a:noFill/>
            <a:miter lim="800000"/>
          </a:ln>
        </p:spPr>
        <p:txBody>
          <a:bodyPr wrap="none">
            <a:spAutoFit/>
          </a:bodyPr>
          <a:lstStyle/>
          <a:p>
            <a:pPr eaLnBrk="0" hangingPunct="0">
              <a:lnSpc>
                <a:spcPct val="100000"/>
              </a:lnSpc>
              <a:spcBef>
                <a:spcPct val="0"/>
              </a:spcBef>
              <a:buFontTx/>
              <a:buNone/>
            </a:pPr>
            <a:r>
              <a:rPr lang="zh-TW" altLang="en-US" sz="1200" dirty="0" smtClean="0">
                <a:latin typeface="微软雅黑" charset="0"/>
                <a:ea typeface="微软雅黑" charset="0"/>
              </a:rPr>
              <a:t>工</a:t>
            </a:r>
            <a:r>
              <a:rPr lang="zh-CN" altLang="en-US" sz="1200" dirty="0" smtClean="0">
                <a:latin typeface="微软雅黑" charset="0"/>
                <a:ea typeface="微软雅黑" charset="0"/>
              </a:rPr>
              <a:t>厂</a:t>
            </a:r>
            <a:r>
              <a:rPr lang="zh-TW" altLang="en-US" sz="1200" dirty="0" smtClean="0">
                <a:latin typeface="微软雅黑" charset="0"/>
                <a:ea typeface="微软雅黑" charset="0"/>
              </a:rPr>
              <a:t>一</a:t>
            </a:r>
            <a:endParaRPr lang="zh-CN" altLang="en-US" sz="1200" dirty="0">
              <a:latin typeface="微软雅黑" charset="0"/>
              <a:ea typeface="微软雅黑" charset="0"/>
            </a:endParaRPr>
          </a:p>
        </p:txBody>
      </p:sp>
      <p:sp>
        <p:nvSpPr>
          <p:cNvPr id="25" name="Text Box 69"/>
          <p:cNvSpPr txBox="1">
            <a:spLocks noChangeArrowheads="1"/>
          </p:cNvSpPr>
          <p:nvPr/>
        </p:nvSpPr>
        <p:spPr bwMode="auto">
          <a:xfrm>
            <a:off x="5092030" y="5835476"/>
            <a:ext cx="646331" cy="276999"/>
          </a:xfrm>
          <a:prstGeom prst="rect">
            <a:avLst/>
          </a:prstGeom>
          <a:noFill/>
          <a:ln w="12700" algn="ctr">
            <a:noFill/>
            <a:miter lim="800000"/>
          </a:ln>
        </p:spPr>
        <p:txBody>
          <a:bodyPr wrap="none">
            <a:spAutoFit/>
          </a:bodyPr>
          <a:lstStyle/>
          <a:p>
            <a:pPr eaLnBrk="0" hangingPunct="0">
              <a:lnSpc>
                <a:spcPct val="100000"/>
              </a:lnSpc>
              <a:spcBef>
                <a:spcPct val="0"/>
              </a:spcBef>
              <a:buFontTx/>
              <a:buNone/>
            </a:pPr>
            <a:r>
              <a:rPr lang="zh-TW" altLang="en-US" sz="1200" dirty="0" smtClean="0">
                <a:latin typeface="微软雅黑" charset="0"/>
                <a:ea typeface="微软雅黑" charset="0"/>
              </a:rPr>
              <a:t>工</a:t>
            </a:r>
            <a:r>
              <a:rPr lang="zh-CN" altLang="en-US" sz="1200" dirty="0" smtClean="0">
                <a:latin typeface="微软雅黑" charset="0"/>
                <a:ea typeface="微软雅黑" charset="0"/>
              </a:rPr>
              <a:t>厂</a:t>
            </a:r>
            <a:r>
              <a:rPr lang="zh-TW" altLang="en-US" sz="1200" dirty="0" smtClean="0">
                <a:latin typeface="微软雅黑" charset="0"/>
                <a:ea typeface="微软雅黑" charset="0"/>
              </a:rPr>
              <a:t>二</a:t>
            </a:r>
            <a:endParaRPr lang="zh-CN" altLang="en-US" sz="1200" dirty="0">
              <a:latin typeface="微软雅黑" charset="0"/>
              <a:ea typeface="微软雅黑" charset="0"/>
            </a:endParaRPr>
          </a:p>
        </p:txBody>
      </p:sp>
      <p:sp>
        <p:nvSpPr>
          <p:cNvPr id="26" name="文字方塊 74"/>
          <p:cNvSpPr txBox="1"/>
          <p:nvPr/>
        </p:nvSpPr>
        <p:spPr>
          <a:xfrm>
            <a:off x="395536" y="1268760"/>
            <a:ext cx="3024336" cy="523220"/>
          </a:xfrm>
          <a:prstGeom prst="rect">
            <a:avLst/>
          </a:prstGeom>
          <a:solidFill>
            <a:schemeClr val="tx2"/>
          </a:solidFill>
        </p:spPr>
        <p:txBody>
          <a:bodyPr wrap="square" rtlCol="0">
            <a:spAutoFit/>
          </a:bodyPr>
          <a:lstStyle/>
          <a:p>
            <a:r>
              <a:rPr lang="zh-TW" altLang="en-US" sz="2800" dirty="0" smtClean="0">
                <a:solidFill>
                  <a:schemeClr val="bg1"/>
                </a:solidFill>
                <a:latin typeface="微软雅黑" charset="0"/>
                <a:ea typeface="微软雅黑" charset="0"/>
              </a:rPr>
              <a:t>集中式管理</a:t>
            </a:r>
            <a:r>
              <a:rPr lang="en-US" altLang="zh-TW" sz="2800" dirty="0" smtClean="0">
                <a:solidFill>
                  <a:schemeClr val="bg1"/>
                </a:solidFill>
                <a:latin typeface="微软雅黑" charset="0"/>
                <a:ea typeface="微软雅黑" charset="0"/>
              </a:rPr>
              <a:t>(DCC)</a:t>
            </a:r>
            <a:endParaRPr lang="zh-TW" altLang="en-US" sz="2800" dirty="0" smtClean="0">
              <a:solidFill>
                <a:schemeClr val="bg1"/>
              </a:solidFill>
              <a:latin typeface="微软雅黑" charset="0"/>
              <a:ea typeface="微软雅黑" charset="0"/>
            </a:endParaRPr>
          </a:p>
        </p:txBody>
      </p:sp>
      <p:sp>
        <p:nvSpPr>
          <p:cNvPr id="27" name="文字方塊 75"/>
          <p:cNvSpPr txBox="1"/>
          <p:nvPr/>
        </p:nvSpPr>
        <p:spPr>
          <a:xfrm>
            <a:off x="323528" y="4489956"/>
            <a:ext cx="2160240" cy="523220"/>
          </a:xfrm>
          <a:prstGeom prst="rect">
            <a:avLst/>
          </a:prstGeom>
          <a:solidFill>
            <a:schemeClr val="tx2"/>
          </a:solidFill>
        </p:spPr>
        <p:txBody>
          <a:bodyPr wrap="square" rtlCol="0">
            <a:spAutoFit/>
          </a:bodyPr>
          <a:lstStyle/>
          <a:p>
            <a:r>
              <a:rPr lang="zh-TW" altLang="en-US" sz="2800" dirty="0" smtClean="0">
                <a:solidFill>
                  <a:schemeClr val="bg1"/>
                </a:solidFill>
                <a:latin typeface="微软雅黑" charset="0"/>
                <a:ea typeface="微软雅黑" charset="0"/>
              </a:rPr>
              <a:t>分布式管理</a:t>
            </a:r>
            <a:endParaRPr lang="zh-TW" altLang="en-US" sz="2800" dirty="0" smtClean="0">
              <a:solidFill>
                <a:schemeClr val="bg1"/>
              </a:solidFill>
              <a:latin typeface="微软雅黑" charset="0"/>
              <a:ea typeface="微软雅黑" charset="0"/>
            </a:endParaRPr>
          </a:p>
        </p:txBody>
      </p:sp>
      <p:grpSp>
        <p:nvGrpSpPr>
          <p:cNvPr id="6" name="Group 54"/>
          <p:cNvGrpSpPr/>
          <p:nvPr/>
        </p:nvGrpSpPr>
        <p:grpSpPr bwMode="auto">
          <a:xfrm>
            <a:off x="5998046" y="3241599"/>
            <a:ext cx="1238250" cy="979488"/>
            <a:chOff x="417" y="2816"/>
            <a:chExt cx="968" cy="765"/>
          </a:xfrm>
        </p:grpSpPr>
        <p:pic>
          <p:nvPicPr>
            <p:cNvPr id="29" name="Picture 55" descr="02"/>
            <p:cNvPicPr>
              <a:picLocks noChangeAspect="1" noChangeArrowheads="1"/>
            </p:cNvPicPr>
            <p:nvPr/>
          </p:nvPicPr>
          <p:blipFill>
            <a:blip r:embed="rId3" cstate="print"/>
            <a:srcRect/>
            <a:stretch>
              <a:fillRect/>
            </a:stretch>
          </p:blipFill>
          <p:spPr bwMode="auto">
            <a:xfrm>
              <a:off x="417" y="2859"/>
              <a:ext cx="968" cy="722"/>
            </a:xfrm>
            <a:prstGeom prst="rect">
              <a:avLst/>
            </a:prstGeom>
            <a:noFill/>
            <a:ln w="9525">
              <a:noFill/>
              <a:miter lim="800000"/>
              <a:headEnd/>
              <a:tailEnd/>
            </a:ln>
          </p:spPr>
        </p:pic>
        <p:pic>
          <p:nvPicPr>
            <p:cNvPr id="30" name="Picture 56" descr="08"/>
            <p:cNvPicPr>
              <a:picLocks noChangeAspect="1" noChangeArrowheads="1"/>
            </p:cNvPicPr>
            <p:nvPr/>
          </p:nvPicPr>
          <p:blipFill>
            <a:blip r:embed="rId4" cstate="print"/>
            <a:srcRect/>
            <a:stretch>
              <a:fillRect/>
            </a:stretch>
          </p:blipFill>
          <p:spPr bwMode="auto">
            <a:xfrm>
              <a:off x="655" y="2816"/>
              <a:ext cx="487" cy="498"/>
            </a:xfrm>
            <a:prstGeom prst="rect">
              <a:avLst/>
            </a:prstGeom>
            <a:noFill/>
            <a:ln w="9525">
              <a:noFill/>
              <a:miter lim="800000"/>
              <a:headEnd/>
              <a:tailEnd/>
            </a:ln>
          </p:spPr>
        </p:pic>
      </p:grpSp>
      <p:sp>
        <p:nvSpPr>
          <p:cNvPr id="31" name="Text Box 67"/>
          <p:cNvSpPr txBox="1">
            <a:spLocks noChangeArrowheads="1"/>
          </p:cNvSpPr>
          <p:nvPr/>
        </p:nvSpPr>
        <p:spPr bwMode="auto">
          <a:xfrm>
            <a:off x="6718126" y="3745655"/>
            <a:ext cx="488950" cy="274638"/>
          </a:xfrm>
          <a:prstGeom prst="rect">
            <a:avLst/>
          </a:prstGeom>
          <a:noFill/>
          <a:ln w="12700" algn="ctr">
            <a:noFill/>
            <a:miter lim="800000"/>
          </a:ln>
        </p:spPr>
        <p:txBody>
          <a:bodyPr wrap="none">
            <a:spAutoFit/>
          </a:bodyPr>
          <a:lstStyle/>
          <a:p>
            <a:pPr eaLnBrk="0" hangingPunct="0">
              <a:lnSpc>
                <a:spcPct val="100000"/>
              </a:lnSpc>
              <a:spcBef>
                <a:spcPct val="0"/>
              </a:spcBef>
              <a:buFontTx/>
              <a:buNone/>
            </a:pPr>
            <a:r>
              <a:rPr lang="zh-CN" altLang="en-US" sz="1200" dirty="0">
                <a:latin typeface="微软雅黑" charset="0"/>
                <a:ea typeface="微软雅黑" charset="0"/>
              </a:rPr>
              <a:t>子厂</a:t>
            </a:r>
            <a:endParaRPr lang="zh-CN" altLang="en-US" sz="1200" dirty="0">
              <a:latin typeface="微软雅黑" charset="0"/>
              <a:ea typeface="微软雅黑" charset="0"/>
            </a:endParaRPr>
          </a:p>
        </p:txBody>
      </p:sp>
      <p:pic>
        <p:nvPicPr>
          <p:cNvPr id="32" name="Picture 9" descr="7"/>
          <p:cNvPicPr>
            <a:picLocks noChangeAspect="1" noChangeArrowheads="1"/>
          </p:cNvPicPr>
          <p:nvPr/>
        </p:nvPicPr>
        <p:blipFill>
          <a:blip r:embed="rId7" cstate="print"/>
          <a:srcRect/>
          <a:stretch>
            <a:fillRect/>
          </a:stretch>
        </p:blipFill>
        <p:spPr bwMode="auto">
          <a:xfrm>
            <a:off x="4269854" y="3212975"/>
            <a:ext cx="588962" cy="598488"/>
          </a:xfrm>
          <a:prstGeom prst="rect">
            <a:avLst/>
          </a:prstGeom>
          <a:noFill/>
          <a:ln w="9525">
            <a:noFill/>
            <a:miter lim="800000"/>
            <a:headEnd/>
            <a:tailEnd/>
          </a:ln>
        </p:spPr>
      </p:pic>
      <p:pic>
        <p:nvPicPr>
          <p:cNvPr id="33" name="Picture 9" descr="7"/>
          <p:cNvPicPr>
            <a:picLocks noChangeAspect="1" noChangeArrowheads="1"/>
          </p:cNvPicPr>
          <p:nvPr/>
        </p:nvPicPr>
        <p:blipFill>
          <a:blip r:embed="rId7" cstate="print"/>
          <a:srcRect/>
          <a:stretch>
            <a:fillRect/>
          </a:stretch>
        </p:blipFill>
        <p:spPr bwMode="auto">
          <a:xfrm>
            <a:off x="4085134" y="5710832"/>
            <a:ext cx="588962" cy="598488"/>
          </a:xfrm>
          <a:prstGeom prst="rect">
            <a:avLst/>
          </a:prstGeom>
          <a:noFill/>
          <a:ln w="9525">
            <a:noFill/>
            <a:miter lim="800000"/>
            <a:headEnd/>
            <a:tailEnd/>
          </a:ln>
        </p:spPr>
      </p:pic>
      <p:pic>
        <p:nvPicPr>
          <p:cNvPr id="34" name="Picture 11" descr="9"/>
          <p:cNvPicPr>
            <a:picLocks noChangeAspect="1" noChangeArrowheads="1"/>
          </p:cNvPicPr>
          <p:nvPr/>
        </p:nvPicPr>
        <p:blipFill>
          <a:blip r:embed="rId8" cstate="print"/>
          <a:srcRect/>
          <a:stretch>
            <a:fillRect/>
          </a:stretch>
        </p:blipFill>
        <p:spPr bwMode="auto">
          <a:xfrm>
            <a:off x="5576788" y="5877272"/>
            <a:ext cx="571500" cy="534987"/>
          </a:xfrm>
          <a:prstGeom prst="rect">
            <a:avLst/>
          </a:prstGeom>
          <a:noFill/>
          <a:ln w="9525">
            <a:noFill/>
            <a:miter lim="800000"/>
            <a:headEnd/>
            <a:tailEnd/>
          </a:ln>
        </p:spPr>
      </p:pic>
      <p:sp>
        <p:nvSpPr>
          <p:cNvPr id="35" name="矩形 34"/>
          <p:cNvSpPr/>
          <p:nvPr/>
        </p:nvSpPr>
        <p:spPr>
          <a:xfrm>
            <a:off x="4125838" y="3645023"/>
            <a:ext cx="660502" cy="369332"/>
          </a:xfrm>
          <a:prstGeom prst="rect">
            <a:avLst/>
          </a:prstGeom>
        </p:spPr>
        <p:txBody>
          <a:bodyPr wrap="none">
            <a:spAutoFit/>
          </a:bodyPr>
          <a:lstStyle/>
          <a:p>
            <a:r>
              <a:rPr lang="en-US" altLang="zh-TW" dirty="0" smtClean="0">
                <a:latin typeface="微软雅黑" charset="0"/>
                <a:ea typeface="微软雅黑" charset="0"/>
              </a:rPr>
              <a:t>DCC</a:t>
            </a:r>
            <a:endParaRPr lang="en-US" altLang="zh-TW" dirty="0" smtClean="0">
              <a:latin typeface="微软雅黑" charset="0"/>
              <a:ea typeface="微软雅黑" charset="0"/>
            </a:endParaRPr>
          </a:p>
        </p:txBody>
      </p:sp>
      <p:grpSp>
        <p:nvGrpSpPr>
          <p:cNvPr id="10" name="Group 63"/>
          <p:cNvGrpSpPr/>
          <p:nvPr/>
        </p:nvGrpSpPr>
        <p:grpSpPr bwMode="auto">
          <a:xfrm>
            <a:off x="6834336" y="5301208"/>
            <a:ext cx="1238250" cy="977900"/>
            <a:chOff x="417" y="2816"/>
            <a:chExt cx="968" cy="765"/>
          </a:xfrm>
        </p:grpSpPr>
        <p:pic>
          <p:nvPicPr>
            <p:cNvPr id="37" name="Picture 64" descr="02"/>
            <p:cNvPicPr>
              <a:picLocks noChangeAspect="1" noChangeArrowheads="1"/>
            </p:cNvPicPr>
            <p:nvPr/>
          </p:nvPicPr>
          <p:blipFill>
            <a:blip r:embed="rId3" cstate="print"/>
            <a:srcRect/>
            <a:stretch>
              <a:fillRect/>
            </a:stretch>
          </p:blipFill>
          <p:spPr bwMode="auto">
            <a:xfrm>
              <a:off x="417" y="2859"/>
              <a:ext cx="968" cy="722"/>
            </a:xfrm>
            <a:prstGeom prst="rect">
              <a:avLst/>
            </a:prstGeom>
            <a:noFill/>
            <a:ln w="9525">
              <a:noFill/>
              <a:miter lim="800000"/>
              <a:headEnd/>
              <a:tailEnd/>
            </a:ln>
          </p:spPr>
        </p:pic>
        <p:pic>
          <p:nvPicPr>
            <p:cNvPr id="38" name="Picture 65" descr="08"/>
            <p:cNvPicPr>
              <a:picLocks noChangeAspect="1" noChangeArrowheads="1"/>
            </p:cNvPicPr>
            <p:nvPr/>
          </p:nvPicPr>
          <p:blipFill>
            <a:blip r:embed="rId4" cstate="print"/>
            <a:srcRect/>
            <a:stretch>
              <a:fillRect/>
            </a:stretch>
          </p:blipFill>
          <p:spPr bwMode="auto">
            <a:xfrm>
              <a:off x="655" y="2816"/>
              <a:ext cx="487" cy="498"/>
            </a:xfrm>
            <a:prstGeom prst="rect">
              <a:avLst/>
            </a:prstGeom>
            <a:noFill/>
            <a:ln w="9525">
              <a:noFill/>
              <a:miter lim="800000"/>
              <a:headEnd/>
              <a:tailEnd/>
            </a:ln>
          </p:spPr>
        </p:pic>
      </p:grpSp>
      <p:sp>
        <p:nvSpPr>
          <p:cNvPr id="39" name="Text Box 69"/>
          <p:cNvSpPr txBox="1">
            <a:spLocks noChangeArrowheads="1"/>
          </p:cNvSpPr>
          <p:nvPr/>
        </p:nvSpPr>
        <p:spPr bwMode="auto">
          <a:xfrm>
            <a:off x="6978352" y="5877272"/>
            <a:ext cx="646331" cy="276999"/>
          </a:xfrm>
          <a:prstGeom prst="rect">
            <a:avLst/>
          </a:prstGeom>
          <a:noFill/>
          <a:ln w="12700" algn="ctr">
            <a:noFill/>
            <a:miter lim="800000"/>
          </a:ln>
        </p:spPr>
        <p:txBody>
          <a:bodyPr wrap="none">
            <a:spAutoFit/>
          </a:bodyPr>
          <a:lstStyle/>
          <a:p>
            <a:pPr eaLnBrk="0" hangingPunct="0">
              <a:lnSpc>
                <a:spcPct val="100000"/>
              </a:lnSpc>
              <a:spcBef>
                <a:spcPct val="0"/>
              </a:spcBef>
              <a:buFontTx/>
              <a:buNone/>
            </a:pPr>
            <a:r>
              <a:rPr lang="zh-TW" altLang="en-US" sz="1200" dirty="0" smtClean="0">
                <a:latin typeface="微软雅黑" charset="0"/>
                <a:ea typeface="微软雅黑" charset="0"/>
              </a:rPr>
              <a:t>工</a:t>
            </a:r>
            <a:r>
              <a:rPr lang="zh-CN" altLang="en-US" sz="1200" dirty="0" smtClean="0">
                <a:latin typeface="微软雅黑" charset="0"/>
                <a:ea typeface="微软雅黑" charset="0"/>
              </a:rPr>
              <a:t>厂</a:t>
            </a:r>
            <a:r>
              <a:rPr lang="zh-TW" altLang="en-US" sz="1200" dirty="0" smtClean="0">
                <a:latin typeface="微软雅黑" charset="0"/>
                <a:ea typeface="微软雅黑" charset="0"/>
              </a:rPr>
              <a:t>三</a:t>
            </a:r>
            <a:endParaRPr lang="zh-CN" altLang="en-US" sz="1200" dirty="0">
              <a:latin typeface="微软雅黑" charset="0"/>
              <a:ea typeface="微软雅黑" charset="0"/>
            </a:endParaRPr>
          </a:p>
        </p:txBody>
      </p:sp>
      <p:pic>
        <p:nvPicPr>
          <p:cNvPr id="40" name="Picture 11" descr="9"/>
          <p:cNvPicPr>
            <a:picLocks noChangeAspect="1" noChangeArrowheads="1"/>
          </p:cNvPicPr>
          <p:nvPr/>
        </p:nvPicPr>
        <p:blipFill>
          <a:blip r:embed="rId8" cstate="print"/>
          <a:srcRect/>
          <a:stretch>
            <a:fillRect/>
          </a:stretch>
        </p:blipFill>
        <p:spPr bwMode="auto">
          <a:xfrm>
            <a:off x="7463110" y="5919068"/>
            <a:ext cx="571500" cy="534987"/>
          </a:xfrm>
          <a:prstGeom prst="rect">
            <a:avLst/>
          </a:prstGeom>
          <a:noFill/>
          <a:ln w="9525">
            <a:noFill/>
            <a:miter lim="800000"/>
            <a:headEnd/>
            <a:tailEnd/>
          </a:ln>
        </p:spPr>
      </p:pic>
      <p:grpSp>
        <p:nvGrpSpPr>
          <p:cNvPr id="13" name="Group 49"/>
          <p:cNvGrpSpPr/>
          <p:nvPr/>
        </p:nvGrpSpPr>
        <p:grpSpPr bwMode="auto">
          <a:xfrm>
            <a:off x="4026024" y="5085184"/>
            <a:ext cx="617984" cy="631131"/>
            <a:chOff x="3405" y="2296"/>
            <a:chExt cx="480" cy="579"/>
          </a:xfrm>
        </p:grpSpPr>
        <p:pic>
          <p:nvPicPr>
            <p:cNvPr id="42" name="Picture 6" descr="4"/>
            <p:cNvPicPr>
              <a:picLocks noChangeAspect="1" noChangeArrowheads="1"/>
            </p:cNvPicPr>
            <p:nvPr/>
          </p:nvPicPr>
          <p:blipFill>
            <a:blip r:embed="rId9" cstate="print"/>
            <a:srcRect/>
            <a:stretch>
              <a:fillRect/>
            </a:stretch>
          </p:blipFill>
          <p:spPr bwMode="auto">
            <a:xfrm>
              <a:off x="3424" y="2296"/>
              <a:ext cx="461" cy="579"/>
            </a:xfrm>
            <a:prstGeom prst="rect">
              <a:avLst/>
            </a:prstGeom>
            <a:noFill/>
            <a:ln w="9525">
              <a:noFill/>
              <a:miter lim="800000"/>
              <a:headEnd/>
              <a:tailEnd/>
            </a:ln>
          </p:spPr>
        </p:pic>
        <p:sp>
          <p:nvSpPr>
            <p:cNvPr id="43" name="Text Box 42"/>
            <p:cNvSpPr txBox="1">
              <a:spLocks noChangeArrowheads="1"/>
            </p:cNvSpPr>
            <p:nvPr/>
          </p:nvSpPr>
          <p:spPr bwMode="auto">
            <a:xfrm>
              <a:off x="3405" y="2296"/>
              <a:ext cx="313" cy="162"/>
            </a:xfrm>
            <a:prstGeom prst="rect">
              <a:avLst/>
            </a:prstGeom>
            <a:noFill/>
            <a:ln w="9525">
              <a:noFill/>
              <a:miter lim="800000"/>
            </a:ln>
          </p:spPr>
          <p:txBody>
            <a:bodyPr wrap="none">
              <a:spAutoFit/>
            </a:bodyPr>
            <a:lstStyle/>
            <a:p>
              <a:pPr>
                <a:lnSpc>
                  <a:spcPct val="100000"/>
                </a:lnSpc>
                <a:spcBef>
                  <a:spcPct val="0"/>
                </a:spcBef>
                <a:buFontTx/>
                <a:buNone/>
              </a:pPr>
              <a:r>
                <a:rPr lang="en-US" altLang="zh-TW" sz="1600" baseline="-25000" dirty="0" smtClean="0">
                  <a:latin typeface="微软雅黑" charset="0"/>
                  <a:ea typeface="微软雅黑" charset="0"/>
                </a:rPr>
                <a:t>BOM</a:t>
              </a:r>
              <a:endParaRPr kumimoji="1" lang="en-US" altLang="zh-TW" sz="1600" baseline="-25000" dirty="0" smtClean="0">
                <a:latin typeface="微软雅黑" charset="0"/>
                <a:ea typeface="微软雅黑" charset="0"/>
              </a:endParaRPr>
            </a:p>
          </p:txBody>
        </p:sp>
      </p:grpSp>
      <p:grpSp>
        <p:nvGrpSpPr>
          <p:cNvPr id="16" name="Group 49"/>
          <p:cNvGrpSpPr/>
          <p:nvPr/>
        </p:nvGrpSpPr>
        <p:grpSpPr bwMode="auto">
          <a:xfrm>
            <a:off x="5970240" y="5157192"/>
            <a:ext cx="617984" cy="631131"/>
            <a:chOff x="3405" y="2296"/>
            <a:chExt cx="480" cy="579"/>
          </a:xfrm>
        </p:grpSpPr>
        <p:pic>
          <p:nvPicPr>
            <p:cNvPr id="45" name="Picture 6" descr="4"/>
            <p:cNvPicPr>
              <a:picLocks noChangeAspect="1" noChangeArrowheads="1"/>
            </p:cNvPicPr>
            <p:nvPr/>
          </p:nvPicPr>
          <p:blipFill>
            <a:blip r:embed="rId9" cstate="print"/>
            <a:srcRect/>
            <a:stretch>
              <a:fillRect/>
            </a:stretch>
          </p:blipFill>
          <p:spPr bwMode="auto">
            <a:xfrm>
              <a:off x="3424" y="2296"/>
              <a:ext cx="461" cy="579"/>
            </a:xfrm>
            <a:prstGeom prst="rect">
              <a:avLst/>
            </a:prstGeom>
            <a:noFill/>
            <a:ln w="9525">
              <a:noFill/>
              <a:miter lim="800000"/>
              <a:headEnd/>
              <a:tailEnd/>
            </a:ln>
          </p:spPr>
        </p:pic>
        <p:sp>
          <p:nvSpPr>
            <p:cNvPr id="46" name="Text Box 42"/>
            <p:cNvSpPr txBox="1">
              <a:spLocks noChangeArrowheads="1"/>
            </p:cNvSpPr>
            <p:nvPr/>
          </p:nvSpPr>
          <p:spPr bwMode="auto">
            <a:xfrm>
              <a:off x="3405" y="2296"/>
              <a:ext cx="313" cy="162"/>
            </a:xfrm>
            <a:prstGeom prst="rect">
              <a:avLst/>
            </a:prstGeom>
            <a:noFill/>
            <a:ln w="9525">
              <a:noFill/>
              <a:miter lim="800000"/>
            </a:ln>
          </p:spPr>
          <p:txBody>
            <a:bodyPr wrap="none">
              <a:spAutoFit/>
            </a:bodyPr>
            <a:lstStyle/>
            <a:p>
              <a:pPr>
                <a:lnSpc>
                  <a:spcPct val="100000"/>
                </a:lnSpc>
                <a:spcBef>
                  <a:spcPct val="0"/>
                </a:spcBef>
                <a:buFontTx/>
                <a:buNone/>
              </a:pPr>
              <a:r>
                <a:rPr lang="en-US" altLang="zh-TW" sz="1600" baseline="-25000" dirty="0" smtClean="0">
                  <a:latin typeface="微软雅黑" charset="0"/>
                  <a:ea typeface="微软雅黑" charset="0"/>
                </a:rPr>
                <a:t>BOM</a:t>
              </a:r>
              <a:endParaRPr kumimoji="1" lang="en-US" altLang="zh-TW" sz="1600" baseline="-25000" dirty="0" smtClean="0">
                <a:latin typeface="微软雅黑" charset="0"/>
                <a:ea typeface="微软雅黑" charset="0"/>
              </a:endParaRPr>
            </a:p>
          </p:txBody>
        </p:sp>
      </p:grpSp>
      <p:grpSp>
        <p:nvGrpSpPr>
          <p:cNvPr id="19" name="Group 49"/>
          <p:cNvGrpSpPr/>
          <p:nvPr/>
        </p:nvGrpSpPr>
        <p:grpSpPr bwMode="auto">
          <a:xfrm>
            <a:off x="7914456" y="5157192"/>
            <a:ext cx="617984" cy="631131"/>
            <a:chOff x="3405" y="2296"/>
            <a:chExt cx="480" cy="579"/>
          </a:xfrm>
        </p:grpSpPr>
        <p:pic>
          <p:nvPicPr>
            <p:cNvPr id="48" name="Picture 6" descr="4"/>
            <p:cNvPicPr>
              <a:picLocks noChangeAspect="1" noChangeArrowheads="1"/>
            </p:cNvPicPr>
            <p:nvPr/>
          </p:nvPicPr>
          <p:blipFill>
            <a:blip r:embed="rId9" cstate="print"/>
            <a:srcRect/>
            <a:stretch>
              <a:fillRect/>
            </a:stretch>
          </p:blipFill>
          <p:spPr bwMode="auto">
            <a:xfrm>
              <a:off x="3424" y="2296"/>
              <a:ext cx="461" cy="579"/>
            </a:xfrm>
            <a:prstGeom prst="rect">
              <a:avLst/>
            </a:prstGeom>
            <a:noFill/>
            <a:ln w="9525">
              <a:noFill/>
              <a:miter lim="800000"/>
              <a:headEnd/>
              <a:tailEnd/>
            </a:ln>
          </p:spPr>
        </p:pic>
        <p:sp>
          <p:nvSpPr>
            <p:cNvPr id="49" name="Text Box 42"/>
            <p:cNvSpPr txBox="1">
              <a:spLocks noChangeArrowheads="1"/>
            </p:cNvSpPr>
            <p:nvPr/>
          </p:nvSpPr>
          <p:spPr bwMode="auto">
            <a:xfrm>
              <a:off x="3405" y="2296"/>
              <a:ext cx="313" cy="162"/>
            </a:xfrm>
            <a:prstGeom prst="rect">
              <a:avLst/>
            </a:prstGeom>
            <a:noFill/>
            <a:ln w="9525">
              <a:noFill/>
              <a:miter lim="800000"/>
            </a:ln>
          </p:spPr>
          <p:txBody>
            <a:bodyPr wrap="none">
              <a:spAutoFit/>
            </a:bodyPr>
            <a:lstStyle/>
            <a:p>
              <a:pPr>
                <a:lnSpc>
                  <a:spcPct val="100000"/>
                </a:lnSpc>
                <a:spcBef>
                  <a:spcPct val="0"/>
                </a:spcBef>
                <a:buFontTx/>
                <a:buNone/>
              </a:pPr>
              <a:r>
                <a:rPr lang="en-US" altLang="zh-TW" sz="1600" baseline="-25000" dirty="0" smtClean="0">
                  <a:latin typeface="微软雅黑" charset="0"/>
                  <a:ea typeface="微软雅黑" charset="0"/>
                </a:rPr>
                <a:t>BOM</a:t>
              </a:r>
              <a:endParaRPr kumimoji="1" lang="en-US" altLang="zh-TW" sz="1600" baseline="-25000" dirty="0" smtClean="0">
                <a:latin typeface="微软雅黑" charset="0"/>
                <a:ea typeface="微软雅黑" charset="0"/>
              </a:endParaRPr>
            </a:p>
          </p:txBody>
        </p:sp>
      </p:grpSp>
      <p:grpSp>
        <p:nvGrpSpPr>
          <p:cNvPr id="28" name="Group 49"/>
          <p:cNvGrpSpPr/>
          <p:nvPr/>
        </p:nvGrpSpPr>
        <p:grpSpPr bwMode="auto">
          <a:xfrm>
            <a:off x="4197846" y="1844824"/>
            <a:ext cx="1080120" cy="1080120"/>
            <a:chOff x="3405" y="2296"/>
            <a:chExt cx="480" cy="579"/>
          </a:xfrm>
        </p:grpSpPr>
        <p:pic>
          <p:nvPicPr>
            <p:cNvPr id="51" name="Picture 6" descr="4"/>
            <p:cNvPicPr>
              <a:picLocks noChangeAspect="1" noChangeArrowheads="1"/>
            </p:cNvPicPr>
            <p:nvPr/>
          </p:nvPicPr>
          <p:blipFill>
            <a:blip r:embed="rId9" cstate="print"/>
            <a:srcRect/>
            <a:stretch>
              <a:fillRect/>
            </a:stretch>
          </p:blipFill>
          <p:spPr bwMode="auto">
            <a:xfrm>
              <a:off x="3424" y="2296"/>
              <a:ext cx="461" cy="579"/>
            </a:xfrm>
            <a:prstGeom prst="rect">
              <a:avLst/>
            </a:prstGeom>
            <a:noFill/>
            <a:ln w="9525">
              <a:noFill/>
              <a:miter lim="800000"/>
              <a:headEnd/>
              <a:tailEnd/>
            </a:ln>
          </p:spPr>
        </p:pic>
        <p:sp>
          <p:nvSpPr>
            <p:cNvPr id="52" name="Text Box 42"/>
            <p:cNvSpPr txBox="1">
              <a:spLocks noChangeArrowheads="1"/>
            </p:cNvSpPr>
            <p:nvPr/>
          </p:nvSpPr>
          <p:spPr bwMode="auto">
            <a:xfrm>
              <a:off x="3405" y="2296"/>
              <a:ext cx="313" cy="162"/>
            </a:xfrm>
            <a:prstGeom prst="rect">
              <a:avLst/>
            </a:prstGeom>
            <a:noFill/>
            <a:ln w="9525">
              <a:noFill/>
              <a:miter lim="800000"/>
            </a:ln>
          </p:spPr>
          <p:txBody>
            <a:bodyPr wrap="none">
              <a:spAutoFit/>
            </a:bodyPr>
            <a:lstStyle/>
            <a:p>
              <a:pPr>
                <a:lnSpc>
                  <a:spcPct val="100000"/>
                </a:lnSpc>
                <a:spcBef>
                  <a:spcPct val="0"/>
                </a:spcBef>
                <a:buFontTx/>
                <a:buNone/>
              </a:pPr>
              <a:r>
                <a:rPr lang="en-US" altLang="zh-TW" sz="1600" baseline="-25000" dirty="0" smtClean="0">
                  <a:latin typeface="微软雅黑" charset="0"/>
                  <a:ea typeface="微软雅黑" charset="0"/>
                </a:rPr>
                <a:t>BOM</a:t>
              </a:r>
              <a:endParaRPr kumimoji="1" lang="en-US" altLang="zh-TW" sz="1600" baseline="-25000" dirty="0" smtClean="0">
                <a:latin typeface="微软雅黑" charset="0"/>
                <a:ea typeface="微软雅黑" charset="0"/>
              </a:endParaRPr>
            </a:p>
          </p:txBody>
        </p:sp>
      </p:grpSp>
      <p:sp>
        <p:nvSpPr>
          <p:cNvPr id="53" name="矩形 52"/>
          <p:cNvSpPr/>
          <p:nvPr/>
        </p:nvSpPr>
        <p:spPr>
          <a:xfrm>
            <a:off x="683568" y="1772816"/>
            <a:ext cx="1441420" cy="523220"/>
          </a:xfrm>
          <a:prstGeom prst="rect">
            <a:avLst/>
          </a:prstGeom>
        </p:spPr>
        <p:txBody>
          <a:bodyPr wrap="none">
            <a:spAutoFit/>
          </a:bodyPr>
          <a:lstStyle/>
          <a:p>
            <a:r>
              <a:rPr lang="zh-TW" altLang="en-US" sz="2800" dirty="0" smtClean="0">
                <a:solidFill>
                  <a:schemeClr val="accent6">
                    <a:lumMod val="50000"/>
                  </a:schemeClr>
                </a:solidFill>
                <a:latin typeface="微软雅黑" charset="0"/>
                <a:ea typeface="微软雅黑" charset="0"/>
              </a:rPr>
              <a:t>共享</a:t>
            </a:r>
            <a:r>
              <a:rPr lang="en-US" altLang="zh-TW" sz="2800" dirty="0" smtClean="0">
                <a:solidFill>
                  <a:schemeClr val="accent6">
                    <a:lumMod val="50000"/>
                  </a:schemeClr>
                </a:solidFill>
                <a:latin typeface="微软雅黑" charset="0"/>
                <a:ea typeface="微软雅黑" charset="0"/>
              </a:rPr>
              <a:t>BOM</a:t>
            </a:r>
            <a:endParaRPr lang="zh-TW" altLang="en-US" sz="2800" dirty="0">
              <a:solidFill>
                <a:schemeClr val="accent6">
                  <a:lumMod val="50000"/>
                </a:schemeClr>
              </a:solidFill>
              <a:latin typeface="微软雅黑" charset="0"/>
              <a:ea typeface="微软雅黑" charset="0"/>
            </a:endParaRPr>
          </a:p>
        </p:txBody>
      </p:sp>
      <p:sp>
        <p:nvSpPr>
          <p:cNvPr id="54" name="矩形 53"/>
          <p:cNvSpPr/>
          <p:nvPr/>
        </p:nvSpPr>
        <p:spPr>
          <a:xfrm>
            <a:off x="467544" y="5013176"/>
            <a:ext cx="2159566" cy="523220"/>
          </a:xfrm>
          <a:prstGeom prst="rect">
            <a:avLst/>
          </a:prstGeom>
        </p:spPr>
        <p:txBody>
          <a:bodyPr wrap="none">
            <a:spAutoFit/>
          </a:bodyPr>
          <a:lstStyle/>
          <a:p>
            <a:r>
              <a:rPr lang="zh-TW" altLang="en-US" sz="2800" dirty="0" smtClean="0">
                <a:solidFill>
                  <a:schemeClr val="accent6">
                    <a:lumMod val="50000"/>
                  </a:schemeClr>
                </a:solidFill>
                <a:latin typeface="微软雅黑" charset="0"/>
                <a:ea typeface="微软雅黑" charset="0"/>
              </a:rPr>
              <a:t>工厂独立</a:t>
            </a:r>
            <a:r>
              <a:rPr lang="en-US" altLang="zh-TW" sz="2800" dirty="0" smtClean="0">
                <a:solidFill>
                  <a:schemeClr val="accent6">
                    <a:lumMod val="50000"/>
                  </a:schemeClr>
                </a:solidFill>
                <a:latin typeface="微软雅黑" charset="0"/>
                <a:ea typeface="微软雅黑" charset="0"/>
              </a:rPr>
              <a:t>BOM</a:t>
            </a:r>
            <a:endParaRPr lang="zh-TW" altLang="en-US" sz="2800" dirty="0" smtClean="0">
              <a:solidFill>
                <a:schemeClr val="accent6">
                  <a:lumMod val="50000"/>
                </a:schemeClr>
              </a:solidFill>
              <a:latin typeface="微软雅黑" charset="0"/>
              <a:ea typeface="微软雅黑"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5560" y="1412875"/>
            <a:ext cx="9033510" cy="4994275"/>
          </a:xfrm>
          <a:prstGeom prst="rect">
            <a:avLst/>
          </a:prstGeom>
        </p:spPr>
      </p:pic>
      <p:sp>
        <p:nvSpPr>
          <p:cNvPr id="34818" name="投影片編號版面配置區 2"/>
          <p:cNvSpPr txBox="1"/>
          <p:nvPr/>
        </p:nvSpPr>
        <p:spPr bwMode="auto">
          <a:xfrm>
            <a:off x="8550275" y="6383338"/>
            <a:ext cx="719138" cy="476250"/>
          </a:xfrm>
          <a:prstGeom prst="rect">
            <a:avLst/>
          </a:prstGeom>
          <a:noFill/>
          <a:ln w="9525">
            <a:noFill/>
            <a:miter lim="800000"/>
          </a:ln>
        </p:spPr>
        <p:txBody>
          <a:bodyPr/>
          <a:lstStyle/>
          <a:p>
            <a:fld id="{D3C3A733-9116-48AF-8239-7A570A5DF8A5}" type="slidenum">
              <a:rPr lang="en-US" altLang="zh-TW"/>
            </a:fld>
            <a:endParaRPr lang="en-US" altLang="zh-TW"/>
          </a:p>
        </p:txBody>
      </p:sp>
      <p:cxnSp>
        <p:nvCxnSpPr>
          <p:cNvPr id="34" name="直接连接符 8"/>
          <p:cNvCxnSpPr/>
          <p:nvPr/>
        </p:nvCxnSpPr>
        <p:spPr>
          <a:xfrm>
            <a:off x="395536" y="1124744"/>
            <a:ext cx="680402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文字方塊 1"/>
          <p:cNvSpPr txBox="1">
            <a:spLocks noChangeArrowheads="1"/>
          </p:cNvSpPr>
          <p:nvPr/>
        </p:nvSpPr>
        <p:spPr bwMode="auto">
          <a:xfrm>
            <a:off x="323850" y="476672"/>
            <a:ext cx="8820150" cy="646331"/>
          </a:xfrm>
          <a:prstGeom prst="rect">
            <a:avLst/>
          </a:prstGeom>
          <a:noFill/>
          <a:ln w="9525">
            <a:noFill/>
            <a:miter lim="800000"/>
          </a:ln>
        </p:spPr>
        <p:txBody>
          <a:bodyPr>
            <a:spAutoFit/>
          </a:bodyPr>
          <a:lstStyle/>
          <a:p>
            <a:r>
              <a:rPr lang="zh-CN" altLang="en-US" sz="3600" b="1" dirty="0" smtClean="0">
                <a:latin typeface="SimHei" pitchFamily="49" charset="-122"/>
                <a:ea typeface="SimHei" pitchFamily="49" charset="-122"/>
              </a:rPr>
              <a:t>多组织</a:t>
            </a:r>
            <a:r>
              <a:rPr lang="en-US" altLang="zh-CN" sz="3600" b="1" dirty="0" smtClean="0">
                <a:latin typeface="SimHei" pitchFamily="49" charset="-122"/>
                <a:ea typeface="SimHei" pitchFamily="49" charset="-122"/>
              </a:rPr>
              <a:t>BOM</a:t>
            </a:r>
            <a:r>
              <a:rPr lang="zh-CN" altLang="en-US" sz="3600" b="1" dirty="0" smtClean="0">
                <a:latin typeface="SimHei" pitchFamily="49" charset="-122"/>
                <a:ea typeface="SimHei" pitchFamily="49" charset="-122"/>
              </a:rPr>
              <a:t>设置</a:t>
            </a:r>
            <a:r>
              <a:rPr lang="en-US" altLang="zh-CN" sz="2400" b="1" dirty="0" smtClean="0">
                <a:latin typeface="SimHei" pitchFamily="49" charset="-122"/>
                <a:ea typeface="SimHei" pitchFamily="49" charset="-122"/>
              </a:rPr>
              <a:t>—</a:t>
            </a:r>
            <a:r>
              <a:rPr lang="zh-CN" altLang="en-US" sz="2400" b="1" dirty="0" smtClean="0">
                <a:latin typeface="SimHei" pitchFamily="49" charset="-122"/>
                <a:ea typeface="SimHei" pitchFamily="49" charset="-122"/>
              </a:rPr>
              <a:t>集中共享</a:t>
            </a:r>
            <a:r>
              <a:rPr lang="en-US" altLang="zh-CN" sz="2400" b="1" dirty="0" smtClean="0">
                <a:latin typeface="SimHei" pitchFamily="49" charset="-122"/>
                <a:ea typeface="SimHei" pitchFamily="49" charset="-122"/>
              </a:rPr>
              <a:t>BOM</a:t>
            </a:r>
            <a:endParaRPr lang="zh-TW" altLang="en-US" sz="3600" b="1" dirty="0">
              <a:latin typeface="SimSun" pitchFamily="2" charset="-122"/>
              <a:ea typeface="SimSun" pitchFamily="2" charset="-122"/>
            </a:endParaRPr>
          </a:p>
        </p:txBody>
      </p:sp>
      <p:sp>
        <p:nvSpPr>
          <p:cNvPr id="10" name="圆角矩形标注 9"/>
          <p:cNvSpPr/>
          <p:nvPr/>
        </p:nvSpPr>
        <p:spPr>
          <a:xfrm>
            <a:off x="4355976" y="4797152"/>
            <a:ext cx="3600400" cy="1224136"/>
          </a:xfrm>
          <a:prstGeom prst="wedgeRoundRectCallout">
            <a:avLst>
              <a:gd name="adj1" fmla="val -39160"/>
              <a:gd name="adj2" fmla="val -191439"/>
              <a:gd name="adj3" fmla="val 16667"/>
            </a:avLst>
          </a:prstGeom>
        </p:spPr>
        <p:style>
          <a:lnRef idx="1">
            <a:schemeClr val="accent6"/>
          </a:lnRef>
          <a:fillRef idx="2">
            <a:schemeClr val="accent6"/>
          </a:fillRef>
          <a:effectRef idx="1">
            <a:schemeClr val="accent6"/>
          </a:effectRef>
          <a:fontRef idx="minor">
            <a:schemeClr val="dk1"/>
          </a:fontRef>
        </p:style>
        <p:txBody>
          <a:bodyPr anchor="ctr"/>
          <a:lstStyle/>
          <a:p>
            <a:pPr marL="342900" indent="-342900">
              <a:defRPr/>
            </a:pPr>
            <a:r>
              <a:rPr lang="en-US" altLang="zh-CN" sz="1400" b="1" dirty="0" smtClean="0">
                <a:solidFill>
                  <a:srgbClr val="0000CC"/>
                </a:solidFill>
              </a:rPr>
              <a:t>BOM</a:t>
            </a:r>
            <a:r>
              <a:rPr lang="zh-CN" altLang="en-US" sz="1400" b="1" dirty="0" smtClean="0">
                <a:solidFill>
                  <a:srgbClr val="0000CC"/>
                </a:solidFill>
              </a:rPr>
              <a:t>通过引用他厂，实现</a:t>
            </a:r>
            <a:r>
              <a:rPr lang="en-US" altLang="zh-CN" sz="1400" b="1" dirty="0" smtClean="0">
                <a:solidFill>
                  <a:srgbClr val="0000CC"/>
                </a:solidFill>
              </a:rPr>
              <a:t>BOM</a:t>
            </a:r>
            <a:r>
              <a:rPr lang="zh-CN" altLang="en-US" sz="1400" b="1" dirty="0" smtClean="0">
                <a:solidFill>
                  <a:srgbClr val="0000CC"/>
                </a:solidFill>
              </a:rPr>
              <a:t>集中共享</a:t>
            </a:r>
            <a:endParaRPr lang="en-US" altLang="zh-CN" sz="1400" b="1" dirty="0" smtClean="0">
              <a:solidFill>
                <a:srgbClr val="0000CC"/>
              </a:solidFill>
            </a:endParaRPr>
          </a:p>
          <a:p>
            <a:pPr marL="342900" indent="-342900">
              <a:defRPr/>
            </a:pPr>
            <a:r>
              <a:rPr lang="en-US" altLang="zh-CN" sz="1400" dirty="0" smtClean="0">
                <a:solidFill>
                  <a:srgbClr val="0000CC"/>
                </a:solidFill>
              </a:rPr>
              <a:t>1.</a:t>
            </a:r>
            <a:r>
              <a:rPr lang="zh-CN" altLang="en-US" sz="1400" dirty="0" smtClean="0">
                <a:solidFill>
                  <a:srgbClr val="0000CC"/>
                </a:solidFill>
              </a:rPr>
              <a:t>单身仅为只读</a:t>
            </a:r>
            <a:r>
              <a:rPr lang="en-US" altLang="zh-CN" sz="1400" dirty="0" smtClean="0">
                <a:solidFill>
                  <a:srgbClr val="0000CC"/>
                </a:solidFill>
              </a:rPr>
              <a:t>,</a:t>
            </a:r>
            <a:r>
              <a:rPr lang="zh-CN" altLang="en-US" sz="1400" dirty="0" smtClean="0">
                <a:solidFill>
                  <a:srgbClr val="0000CC"/>
                </a:solidFill>
              </a:rPr>
              <a:t>不可维护</a:t>
            </a:r>
            <a:endParaRPr lang="en-US" altLang="zh-CN" sz="1400" dirty="0" smtClean="0">
              <a:solidFill>
                <a:srgbClr val="0000CC"/>
              </a:solidFill>
            </a:endParaRPr>
          </a:p>
          <a:p>
            <a:pPr marL="342900" indent="-342900">
              <a:defRPr/>
            </a:pPr>
            <a:r>
              <a:rPr lang="en-US" altLang="zh-CN" sz="1400" dirty="0" smtClean="0">
                <a:solidFill>
                  <a:srgbClr val="0000CC"/>
                </a:solidFill>
              </a:rPr>
              <a:t>2.</a:t>
            </a:r>
            <a:r>
              <a:rPr lang="zh-CN" altLang="en-US" sz="1400" dirty="0" smtClean="0">
                <a:solidFill>
                  <a:srgbClr val="0000CC"/>
                </a:solidFill>
              </a:rPr>
              <a:t>可选单阶、多阶引用关系</a:t>
            </a:r>
            <a:endParaRPr lang="en-US" altLang="zh-CN" sz="1400" dirty="0" smtClean="0">
              <a:solidFill>
                <a:srgbClr val="0000CC"/>
              </a:solidFill>
            </a:endParaRPr>
          </a:p>
          <a:p>
            <a:pPr marL="342900" indent="-342900">
              <a:defRPr/>
            </a:pPr>
            <a:r>
              <a:rPr lang="en-US" altLang="zh-CN" sz="1400" dirty="0" smtClean="0">
                <a:solidFill>
                  <a:srgbClr val="0000CC"/>
                </a:solidFill>
              </a:rPr>
              <a:t>3.</a:t>
            </a:r>
            <a:r>
              <a:rPr lang="zh-CN" altLang="en-US" sz="1400" dirty="0" smtClean="0">
                <a:solidFill>
                  <a:srgbClr val="0000CC"/>
                </a:solidFill>
              </a:rPr>
              <a:t>产出品、取替代、自动配置模板、手动配置模板、产品约束规则均一并引用</a:t>
            </a:r>
            <a:endParaRPr lang="en-US" altLang="zh-CN" sz="1400" dirty="0" smtClean="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899795" y="1268730"/>
            <a:ext cx="7304405" cy="5498465"/>
          </a:xfrm>
          <a:prstGeom prst="rect">
            <a:avLst/>
          </a:prstGeom>
        </p:spPr>
      </p:pic>
      <p:sp>
        <p:nvSpPr>
          <p:cNvPr id="34818" name="投影片編號版面配置區 2"/>
          <p:cNvSpPr txBox="1"/>
          <p:nvPr/>
        </p:nvSpPr>
        <p:spPr bwMode="auto">
          <a:xfrm>
            <a:off x="8550275" y="6383338"/>
            <a:ext cx="719138" cy="476250"/>
          </a:xfrm>
          <a:prstGeom prst="rect">
            <a:avLst/>
          </a:prstGeom>
          <a:noFill/>
          <a:ln w="9525">
            <a:noFill/>
            <a:miter lim="800000"/>
          </a:ln>
        </p:spPr>
        <p:txBody>
          <a:bodyPr/>
          <a:lstStyle/>
          <a:p>
            <a:fld id="{D3C3A733-9116-48AF-8239-7A570A5DF8A5}" type="slidenum">
              <a:rPr lang="en-US" altLang="zh-TW"/>
            </a:fld>
            <a:endParaRPr lang="en-US" altLang="zh-TW"/>
          </a:p>
        </p:txBody>
      </p:sp>
      <p:cxnSp>
        <p:nvCxnSpPr>
          <p:cNvPr id="34" name="直接连接符 8"/>
          <p:cNvCxnSpPr/>
          <p:nvPr/>
        </p:nvCxnSpPr>
        <p:spPr>
          <a:xfrm>
            <a:off x="395536" y="1124744"/>
            <a:ext cx="680402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4854" name="文字方塊 1"/>
          <p:cNvSpPr txBox="1">
            <a:spLocks noChangeArrowheads="1"/>
          </p:cNvSpPr>
          <p:nvPr/>
        </p:nvSpPr>
        <p:spPr bwMode="auto">
          <a:xfrm>
            <a:off x="323850" y="476672"/>
            <a:ext cx="8820150" cy="646331"/>
          </a:xfrm>
          <a:prstGeom prst="rect">
            <a:avLst/>
          </a:prstGeom>
          <a:noFill/>
          <a:ln w="9525">
            <a:noFill/>
            <a:miter lim="800000"/>
          </a:ln>
        </p:spPr>
        <p:txBody>
          <a:bodyPr>
            <a:spAutoFit/>
          </a:bodyPr>
          <a:lstStyle/>
          <a:p>
            <a:r>
              <a:rPr lang="zh-CN" altLang="en-US" sz="3600" b="1" dirty="0" smtClean="0">
                <a:latin typeface="SimHei" pitchFamily="49" charset="-122"/>
                <a:ea typeface="SimHei" pitchFamily="49" charset="-122"/>
              </a:rPr>
              <a:t>多组织</a:t>
            </a:r>
            <a:r>
              <a:rPr lang="en-US" altLang="zh-CN" sz="3600" b="1" dirty="0" smtClean="0">
                <a:latin typeface="SimHei" pitchFamily="49" charset="-122"/>
                <a:ea typeface="SimHei" pitchFamily="49" charset="-122"/>
              </a:rPr>
              <a:t>BOM</a:t>
            </a:r>
            <a:r>
              <a:rPr lang="zh-CN" altLang="en-US" sz="3600" b="1" dirty="0" smtClean="0">
                <a:latin typeface="SimHei" pitchFamily="49" charset="-122"/>
                <a:ea typeface="SimHei" pitchFamily="49" charset="-122"/>
              </a:rPr>
              <a:t>设置</a:t>
            </a:r>
            <a:r>
              <a:rPr lang="en-US" altLang="zh-CN" sz="2400" b="1" dirty="0" smtClean="0">
                <a:latin typeface="SimHei" pitchFamily="49" charset="-122"/>
                <a:ea typeface="SimHei" pitchFamily="49" charset="-122"/>
              </a:rPr>
              <a:t>—</a:t>
            </a:r>
            <a:r>
              <a:rPr lang="zh-CN" altLang="en-US" sz="2400" b="1" dirty="0" smtClean="0">
                <a:latin typeface="SimHei" pitchFamily="49" charset="-122"/>
                <a:ea typeface="SimHei" pitchFamily="49" charset="-122"/>
              </a:rPr>
              <a:t>分布独立</a:t>
            </a:r>
            <a:r>
              <a:rPr lang="en-US" altLang="zh-CN" sz="2400" b="1" dirty="0" smtClean="0">
                <a:latin typeface="SimHei" pitchFamily="49" charset="-122"/>
                <a:ea typeface="SimHei" pitchFamily="49" charset="-122"/>
              </a:rPr>
              <a:t>BOM</a:t>
            </a:r>
            <a:r>
              <a:rPr lang="zh-CN" altLang="en-US" sz="3600" b="1" dirty="0" smtClean="0">
                <a:latin typeface="SimSun" pitchFamily="2" charset="-122"/>
                <a:ea typeface="SimSun" pitchFamily="2" charset="-122"/>
              </a:rPr>
              <a:t> </a:t>
            </a:r>
            <a:endParaRPr lang="zh-TW" altLang="en-US" sz="3600" b="1" dirty="0">
              <a:latin typeface="SimSun" pitchFamily="2" charset="-122"/>
              <a:ea typeface="SimSun" pitchFamily="2" charset="-122"/>
            </a:endParaRPr>
          </a:p>
        </p:txBody>
      </p:sp>
      <p:sp>
        <p:nvSpPr>
          <p:cNvPr id="12" name="圆角矩形标注 11"/>
          <p:cNvSpPr/>
          <p:nvPr/>
        </p:nvSpPr>
        <p:spPr>
          <a:xfrm>
            <a:off x="2051720" y="4102224"/>
            <a:ext cx="2592288" cy="864096"/>
          </a:xfrm>
          <a:prstGeom prst="wedgeRoundRectCallout">
            <a:avLst>
              <a:gd name="adj1" fmla="val 51387"/>
              <a:gd name="adj2" fmla="val -169846"/>
              <a:gd name="adj3" fmla="val 16667"/>
            </a:avLst>
          </a:prstGeom>
        </p:spPr>
        <p:style>
          <a:lnRef idx="1">
            <a:schemeClr val="accent6"/>
          </a:lnRef>
          <a:fillRef idx="2">
            <a:schemeClr val="accent6"/>
          </a:fillRef>
          <a:effectRef idx="1">
            <a:schemeClr val="accent6"/>
          </a:effectRef>
          <a:fontRef idx="minor">
            <a:schemeClr val="dk1"/>
          </a:fontRef>
        </p:style>
        <p:txBody>
          <a:bodyPr anchor="ctr"/>
          <a:lstStyle/>
          <a:p>
            <a:pPr marL="342900" indent="-342900">
              <a:buAutoNum type="arabicPeriod"/>
              <a:defRPr/>
            </a:pPr>
            <a:r>
              <a:rPr lang="zh-CN" altLang="en-US" sz="1400" dirty="0" smtClean="0">
                <a:solidFill>
                  <a:srgbClr val="0000CC"/>
                </a:solidFill>
              </a:rPr>
              <a:t>各厂建立独立</a:t>
            </a:r>
            <a:r>
              <a:rPr lang="en-US" altLang="zh-CN" sz="1400" dirty="0" smtClean="0">
                <a:solidFill>
                  <a:srgbClr val="0000CC"/>
                </a:solidFill>
              </a:rPr>
              <a:t>BOM</a:t>
            </a:r>
            <a:r>
              <a:rPr lang="zh-CN" altLang="en-US" sz="1400" dirty="0" smtClean="0">
                <a:solidFill>
                  <a:srgbClr val="0000CC"/>
                </a:solidFill>
              </a:rPr>
              <a:t>，引用工厂</a:t>
            </a:r>
            <a:r>
              <a:rPr lang="en-US" altLang="zh-CN" sz="1400" dirty="0" smtClean="0">
                <a:solidFill>
                  <a:srgbClr val="0000CC"/>
                </a:solidFill>
              </a:rPr>
              <a:t>DEF</a:t>
            </a:r>
            <a:r>
              <a:rPr lang="zh-CN" altLang="en-US" sz="1400" dirty="0" smtClean="0">
                <a:solidFill>
                  <a:srgbClr val="0000CC"/>
                </a:solidFill>
              </a:rPr>
              <a:t>为所属组织工厂。</a:t>
            </a:r>
            <a:endParaRPr lang="en-US" altLang="zh-CN" sz="1400" dirty="0" smtClean="0">
              <a:solidFill>
                <a:srgbClr val="0000CC"/>
              </a:solidFill>
            </a:endParaRPr>
          </a:p>
          <a:p>
            <a:pPr marL="342900" indent="-342900">
              <a:buAutoNum type="arabicPeriod"/>
              <a:defRPr/>
            </a:pPr>
            <a:r>
              <a:rPr lang="zh-CN" altLang="en-US" sz="1400" dirty="0" smtClean="0">
                <a:solidFill>
                  <a:srgbClr val="0000CC"/>
                </a:solidFill>
              </a:rPr>
              <a:t>可通过</a:t>
            </a:r>
            <a:r>
              <a:rPr lang="en-US" altLang="zh-CN" sz="1400" dirty="0" smtClean="0">
                <a:solidFill>
                  <a:srgbClr val="0000CC"/>
                </a:solidFill>
              </a:rPr>
              <a:t>BOM</a:t>
            </a:r>
            <a:r>
              <a:rPr lang="zh-CN" altLang="en-US" sz="1400" dirty="0" smtClean="0">
                <a:solidFill>
                  <a:srgbClr val="0000CC"/>
                </a:solidFill>
              </a:rPr>
              <a:t>复制功能，提升维护效率</a:t>
            </a:r>
            <a:endParaRPr lang="en-US" altLang="zh-CN" sz="1400" dirty="0" smtClean="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88"/>
          <p:cNvSpPr>
            <a:spLocks noChangeArrowheads="1"/>
          </p:cNvSpPr>
          <p:nvPr/>
        </p:nvSpPr>
        <p:spPr bwMode="auto">
          <a:xfrm>
            <a:off x="3059832" y="3573016"/>
            <a:ext cx="1656184" cy="503953"/>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TW" altLang="en-US" sz="1400" smtClean="0">
                <a:latin typeface="SimSun" pitchFamily="2" charset="-122"/>
                <a:ea typeface="SimSun" pitchFamily="2" charset="-122"/>
              </a:rPr>
              <a:t>维护</a:t>
            </a:r>
            <a:r>
              <a:rPr lang="en-US" altLang="zh-TW" sz="1400" smtClean="0">
                <a:latin typeface="SimSun" pitchFamily="2" charset="-122"/>
                <a:ea typeface="SimSun" pitchFamily="2" charset="-122"/>
              </a:rPr>
              <a:t>ECN</a:t>
            </a:r>
            <a:endParaRPr lang="zh-TW" altLang="en-US" sz="1400" dirty="0">
              <a:latin typeface="SimSun" pitchFamily="2" charset="-122"/>
              <a:ea typeface="SimSun" pitchFamily="2" charset="-122"/>
            </a:endParaRPr>
          </a:p>
        </p:txBody>
      </p:sp>
      <p:sp>
        <p:nvSpPr>
          <p:cNvPr id="26" name="Rectangle 88"/>
          <p:cNvSpPr>
            <a:spLocks noChangeArrowheads="1"/>
          </p:cNvSpPr>
          <p:nvPr/>
        </p:nvSpPr>
        <p:spPr bwMode="auto">
          <a:xfrm>
            <a:off x="3059832" y="1988840"/>
            <a:ext cx="1656184" cy="503235"/>
          </a:xfrm>
          <a:prstGeom prst="roundRect">
            <a:avLst/>
          </a:prstGeom>
          <a:ln>
            <a:solidFill>
              <a:schemeClr val="tx2">
                <a:lumMod val="75000"/>
              </a:schemeClr>
            </a:solidFill>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marL="342900" indent="-342900" algn="ctr">
              <a:defRPr/>
            </a:pPr>
            <a:r>
              <a:rPr lang="zh-TW" altLang="en-US" sz="1400" smtClean="0">
                <a:latin typeface="SimSun" pitchFamily="2" charset="-122"/>
                <a:ea typeface="SimSun" pitchFamily="2" charset="-122"/>
              </a:rPr>
              <a:t>维护</a:t>
            </a:r>
            <a:r>
              <a:rPr lang="en-US" altLang="zh-TW" sz="1400" smtClean="0">
                <a:latin typeface="SimSun" pitchFamily="2" charset="-122"/>
                <a:ea typeface="SimSun" pitchFamily="2" charset="-122"/>
              </a:rPr>
              <a:t>ECR</a:t>
            </a:r>
            <a:endParaRPr lang="zh-TW" altLang="en-US" sz="1400" dirty="0">
              <a:latin typeface="SimSun" pitchFamily="2" charset="-122"/>
              <a:ea typeface="SimSun" pitchFamily="2" charset="-122"/>
            </a:endParaRPr>
          </a:p>
        </p:txBody>
      </p:sp>
      <p:sp>
        <p:nvSpPr>
          <p:cNvPr id="29" name="Rectangle 88"/>
          <p:cNvSpPr>
            <a:spLocks noChangeArrowheads="1"/>
          </p:cNvSpPr>
          <p:nvPr/>
        </p:nvSpPr>
        <p:spPr bwMode="auto">
          <a:xfrm>
            <a:off x="3059832" y="6093296"/>
            <a:ext cx="1656184" cy="503953"/>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TW" altLang="en-US" sz="1400" smtClean="0">
                <a:latin typeface="SimSun" pitchFamily="2" charset="-122"/>
                <a:ea typeface="SimSun" pitchFamily="2" charset="-122"/>
              </a:rPr>
              <a:t>维护</a:t>
            </a:r>
            <a:r>
              <a:rPr lang="en-US" altLang="zh-TW" sz="1400" smtClean="0">
                <a:latin typeface="SimSun" pitchFamily="2" charset="-122"/>
                <a:ea typeface="SimSun" pitchFamily="2" charset="-122"/>
              </a:rPr>
              <a:t>BOM</a:t>
            </a:r>
            <a:endParaRPr lang="zh-TW" altLang="en-US" sz="1400" dirty="0">
              <a:latin typeface="SimSun" pitchFamily="2" charset="-122"/>
              <a:ea typeface="SimSun" pitchFamily="2" charset="-122"/>
            </a:endParaRPr>
          </a:p>
        </p:txBody>
      </p:sp>
      <p:cxnSp>
        <p:nvCxnSpPr>
          <p:cNvPr id="32" name="直線單箭頭接點 31"/>
          <p:cNvCxnSpPr>
            <a:stCxn id="26" idx="2"/>
            <a:endCxn id="25" idx="0"/>
          </p:cNvCxnSpPr>
          <p:nvPr/>
        </p:nvCxnSpPr>
        <p:spPr>
          <a:xfrm rot="5400000">
            <a:off x="3347454" y="3032545"/>
            <a:ext cx="1080941" cy="1588"/>
          </a:xfrm>
          <a:prstGeom prst="straightConnector1">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a:stCxn id="25" idx="2"/>
            <a:endCxn id="29" idx="0"/>
          </p:cNvCxnSpPr>
          <p:nvPr/>
        </p:nvCxnSpPr>
        <p:spPr>
          <a:xfrm rot="5400000">
            <a:off x="2879761" y="5085132"/>
            <a:ext cx="2016327" cy="1588"/>
          </a:xfrm>
          <a:prstGeom prst="straightConnector1">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sp>
        <p:nvSpPr>
          <p:cNvPr id="73" name="六邊形 72"/>
          <p:cNvSpPr/>
          <p:nvPr/>
        </p:nvSpPr>
        <p:spPr>
          <a:xfrm>
            <a:off x="3275856" y="1268760"/>
            <a:ext cx="1224136" cy="432048"/>
          </a:xfrm>
          <a:prstGeom prst="hexagon">
            <a:avLst/>
          </a:prstGeom>
          <a:ln>
            <a:solidFill>
              <a:schemeClr val="tx2">
                <a:lumMod val="75000"/>
              </a:schemeClr>
            </a:solidFill>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TW" altLang="en-US" sz="1400" smtClean="0">
                <a:solidFill>
                  <a:schemeClr val="tx1"/>
                </a:solidFill>
                <a:latin typeface="SimSun" pitchFamily="2" charset="-122"/>
                <a:ea typeface="SimSun" pitchFamily="2" charset="-122"/>
              </a:rPr>
              <a:t>开始</a:t>
            </a:r>
            <a:endParaRPr lang="zh-TW" altLang="en-US" sz="1400" dirty="0" smtClean="0">
              <a:solidFill>
                <a:schemeClr val="tx1"/>
              </a:solidFill>
              <a:latin typeface="SimSun" pitchFamily="2" charset="-122"/>
              <a:ea typeface="SimSun" pitchFamily="2" charset="-122"/>
            </a:endParaRPr>
          </a:p>
        </p:txBody>
      </p:sp>
      <p:cxnSp>
        <p:nvCxnSpPr>
          <p:cNvPr id="107" name="直線單箭頭接點 106"/>
          <p:cNvCxnSpPr/>
          <p:nvPr/>
        </p:nvCxnSpPr>
        <p:spPr>
          <a:xfrm rot="5400000">
            <a:off x="3780295" y="1844441"/>
            <a:ext cx="288853" cy="1588"/>
          </a:xfrm>
          <a:prstGeom prst="straightConnector1">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88"/>
          <p:cNvSpPr>
            <a:spLocks noChangeArrowheads="1"/>
          </p:cNvSpPr>
          <p:nvPr/>
        </p:nvSpPr>
        <p:spPr bwMode="auto">
          <a:xfrm>
            <a:off x="3995936" y="2564905"/>
            <a:ext cx="1224136" cy="288031"/>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CN" altLang="en-US" sz="1000" smtClean="0">
                <a:latin typeface="SimSun" pitchFamily="2" charset="-122"/>
                <a:ea typeface="SimSun" pitchFamily="2" charset="-122"/>
              </a:rPr>
              <a:t>原因分析维护</a:t>
            </a:r>
            <a:endParaRPr lang="zh-TW" altLang="en-US" sz="1000" dirty="0">
              <a:latin typeface="SimSun" pitchFamily="2" charset="-122"/>
              <a:ea typeface="SimSun" pitchFamily="2" charset="-122"/>
            </a:endParaRPr>
          </a:p>
        </p:txBody>
      </p:sp>
      <p:sp>
        <p:nvSpPr>
          <p:cNvPr id="18" name="Rectangle 88"/>
          <p:cNvSpPr>
            <a:spLocks noChangeArrowheads="1"/>
          </p:cNvSpPr>
          <p:nvPr/>
        </p:nvSpPr>
        <p:spPr bwMode="auto">
          <a:xfrm>
            <a:off x="3995936" y="2852936"/>
            <a:ext cx="1224136" cy="288031"/>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CN" altLang="en-US" sz="1000" smtClean="0">
                <a:latin typeface="SimSun" pitchFamily="2" charset="-122"/>
                <a:ea typeface="SimSun" pitchFamily="2" charset="-122"/>
              </a:rPr>
              <a:t>部门工作维护</a:t>
            </a:r>
            <a:endParaRPr lang="zh-TW" altLang="en-US" sz="1000" dirty="0">
              <a:latin typeface="SimSun" pitchFamily="2" charset="-122"/>
              <a:ea typeface="SimSun" pitchFamily="2" charset="-122"/>
            </a:endParaRPr>
          </a:p>
        </p:txBody>
      </p:sp>
      <p:sp>
        <p:nvSpPr>
          <p:cNvPr id="19" name="Rectangle 88"/>
          <p:cNvSpPr>
            <a:spLocks noChangeArrowheads="1"/>
          </p:cNvSpPr>
          <p:nvPr/>
        </p:nvSpPr>
        <p:spPr bwMode="auto">
          <a:xfrm>
            <a:off x="3995936" y="3140968"/>
            <a:ext cx="1224136" cy="288031"/>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TW" altLang="en-US" sz="1000" smtClean="0">
                <a:latin typeface="SimSun" pitchFamily="2" charset="-122"/>
                <a:ea typeface="SimSun" pitchFamily="2" charset="-122"/>
              </a:rPr>
              <a:t>附件维护</a:t>
            </a:r>
            <a:endParaRPr lang="zh-TW" altLang="en-US" sz="1000" dirty="0">
              <a:latin typeface="SimSun" pitchFamily="2" charset="-122"/>
              <a:ea typeface="SimSun" pitchFamily="2" charset="-122"/>
            </a:endParaRPr>
          </a:p>
        </p:txBody>
      </p:sp>
      <p:sp>
        <p:nvSpPr>
          <p:cNvPr id="39" name="Rectangle 88"/>
          <p:cNvSpPr>
            <a:spLocks noChangeArrowheads="1"/>
          </p:cNvSpPr>
          <p:nvPr/>
        </p:nvSpPr>
        <p:spPr bwMode="auto">
          <a:xfrm>
            <a:off x="3995936" y="4149081"/>
            <a:ext cx="1224136" cy="288031"/>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en-US" altLang="zh-TW" sz="1000" smtClean="0">
                <a:latin typeface="SimSun" pitchFamily="2" charset="-122"/>
                <a:ea typeface="SimSun" pitchFamily="2" charset="-122"/>
              </a:rPr>
              <a:t>BOM</a:t>
            </a:r>
            <a:r>
              <a:rPr lang="zh-TW" altLang="en-US" sz="1000" smtClean="0">
                <a:latin typeface="SimSun" pitchFamily="2" charset="-122"/>
                <a:ea typeface="SimSun" pitchFamily="2" charset="-122"/>
              </a:rPr>
              <a:t>变更维护</a:t>
            </a:r>
            <a:endParaRPr lang="zh-TW" altLang="en-US" sz="1000" dirty="0">
              <a:latin typeface="SimSun" pitchFamily="2" charset="-122"/>
              <a:ea typeface="SimSun" pitchFamily="2" charset="-122"/>
            </a:endParaRPr>
          </a:p>
        </p:txBody>
      </p:sp>
      <p:sp>
        <p:nvSpPr>
          <p:cNvPr id="40" name="Rectangle 88"/>
          <p:cNvSpPr>
            <a:spLocks noChangeArrowheads="1"/>
          </p:cNvSpPr>
          <p:nvPr/>
        </p:nvSpPr>
        <p:spPr bwMode="auto">
          <a:xfrm>
            <a:off x="3995936" y="4437112"/>
            <a:ext cx="1224136" cy="288031"/>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CN" altLang="en-US" sz="1000" smtClean="0">
                <a:latin typeface="SimSun" pitchFamily="2" charset="-122"/>
                <a:ea typeface="SimSun" pitchFamily="2" charset="-122"/>
              </a:rPr>
              <a:t>图纸变更维护</a:t>
            </a:r>
            <a:endParaRPr lang="zh-TW" altLang="en-US" sz="1000" dirty="0">
              <a:latin typeface="SimSun" pitchFamily="2" charset="-122"/>
              <a:ea typeface="SimSun" pitchFamily="2" charset="-122"/>
            </a:endParaRPr>
          </a:p>
        </p:txBody>
      </p:sp>
      <p:sp>
        <p:nvSpPr>
          <p:cNvPr id="41" name="Rectangle 88"/>
          <p:cNvSpPr>
            <a:spLocks noChangeArrowheads="1"/>
          </p:cNvSpPr>
          <p:nvPr/>
        </p:nvSpPr>
        <p:spPr bwMode="auto">
          <a:xfrm>
            <a:off x="3995936" y="4725144"/>
            <a:ext cx="1224136" cy="288031"/>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CN" altLang="en-US" sz="1000" smtClean="0">
                <a:latin typeface="SimSun" pitchFamily="2" charset="-122"/>
                <a:ea typeface="SimSun" pitchFamily="2" charset="-122"/>
              </a:rPr>
              <a:t>文件变更维护</a:t>
            </a:r>
            <a:endParaRPr lang="zh-TW" altLang="en-US" sz="1000" dirty="0">
              <a:latin typeface="SimSun" pitchFamily="2" charset="-122"/>
              <a:ea typeface="SimSun" pitchFamily="2" charset="-122"/>
            </a:endParaRPr>
          </a:p>
        </p:txBody>
      </p:sp>
      <p:sp>
        <p:nvSpPr>
          <p:cNvPr id="45" name="Rectangle 88"/>
          <p:cNvSpPr>
            <a:spLocks noChangeArrowheads="1"/>
          </p:cNvSpPr>
          <p:nvPr/>
        </p:nvSpPr>
        <p:spPr bwMode="auto">
          <a:xfrm>
            <a:off x="3995936" y="5013177"/>
            <a:ext cx="1224136" cy="288031"/>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CN" altLang="en-US" sz="1000" smtClean="0">
                <a:latin typeface="SimSun" pitchFamily="2" charset="-122"/>
                <a:ea typeface="SimSun" pitchFamily="2" charset="-122"/>
              </a:rPr>
              <a:t>部门工作维护</a:t>
            </a:r>
            <a:endParaRPr lang="zh-TW" altLang="en-US" sz="1000" dirty="0">
              <a:latin typeface="SimSun" pitchFamily="2" charset="-122"/>
              <a:ea typeface="SimSun" pitchFamily="2" charset="-122"/>
            </a:endParaRPr>
          </a:p>
        </p:txBody>
      </p:sp>
      <p:sp>
        <p:nvSpPr>
          <p:cNvPr id="46" name="Rectangle 88"/>
          <p:cNvSpPr>
            <a:spLocks noChangeArrowheads="1"/>
          </p:cNvSpPr>
          <p:nvPr/>
        </p:nvSpPr>
        <p:spPr bwMode="auto">
          <a:xfrm>
            <a:off x="3995936" y="5301208"/>
            <a:ext cx="1224136" cy="288031"/>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en-US" altLang="zh-TW" sz="1000" smtClean="0">
                <a:latin typeface="SimSun" pitchFamily="2" charset="-122"/>
                <a:ea typeface="SimSun" pitchFamily="2" charset="-122"/>
              </a:rPr>
              <a:t>ECR</a:t>
            </a:r>
            <a:r>
              <a:rPr lang="zh-TW" altLang="en-US" sz="1000" smtClean="0">
                <a:latin typeface="SimSun" pitchFamily="2" charset="-122"/>
                <a:ea typeface="SimSun" pitchFamily="2" charset="-122"/>
              </a:rPr>
              <a:t>维护</a:t>
            </a:r>
            <a:endParaRPr lang="zh-TW" altLang="en-US" sz="1000" dirty="0">
              <a:latin typeface="SimSun" pitchFamily="2" charset="-122"/>
              <a:ea typeface="SimSun" pitchFamily="2" charset="-122"/>
            </a:endParaRPr>
          </a:p>
        </p:txBody>
      </p:sp>
      <p:sp>
        <p:nvSpPr>
          <p:cNvPr id="47" name="Rectangle 88"/>
          <p:cNvSpPr>
            <a:spLocks noChangeArrowheads="1"/>
          </p:cNvSpPr>
          <p:nvPr/>
        </p:nvSpPr>
        <p:spPr bwMode="auto">
          <a:xfrm>
            <a:off x="3995936" y="5589240"/>
            <a:ext cx="1224136" cy="288031"/>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TW" altLang="en-US" sz="1000" smtClean="0">
                <a:latin typeface="SimSun" pitchFamily="2" charset="-122"/>
                <a:ea typeface="SimSun" pitchFamily="2" charset="-122"/>
              </a:rPr>
              <a:t>附件维护</a:t>
            </a:r>
            <a:endParaRPr lang="zh-TW" altLang="en-US" sz="1000" dirty="0">
              <a:latin typeface="SimSun" pitchFamily="2" charset="-122"/>
              <a:ea typeface="SimSun" pitchFamily="2" charset="-122"/>
            </a:endParaRPr>
          </a:p>
        </p:txBody>
      </p:sp>
      <p:sp>
        <p:nvSpPr>
          <p:cNvPr id="21"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工程变更流程</a:t>
            </a:r>
            <a:endParaRPr lang="zh-TW" altLang="en-US" sz="3600" b="1" dirty="0">
              <a:latin typeface="Microsoft JhengHei" pitchFamily="34" charset="-120"/>
              <a:ea typeface="Microsoft JhengHei" pitchFamily="34" charset="-120"/>
            </a:endParaRPr>
          </a:p>
        </p:txBody>
      </p:sp>
      <p:sp>
        <p:nvSpPr>
          <p:cNvPr id="20" name="Rectangle 88"/>
          <p:cNvSpPr>
            <a:spLocks noChangeArrowheads="1"/>
          </p:cNvSpPr>
          <p:nvPr/>
        </p:nvSpPr>
        <p:spPr bwMode="auto">
          <a:xfrm>
            <a:off x="6300192" y="4509224"/>
            <a:ext cx="1656184" cy="503953"/>
          </a:xfrm>
          <a:prstGeom prst="roundRect">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1"/>
          <a:lstStyle/>
          <a:p>
            <a:pPr algn="ctr">
              <a:defRPr/>
            </a:pPr>
            <a:r>
              <a:rPr lang="zh-CN" altLang="en-US" sz="1400" dirty="0" smtClean="0">
                <a:latin typeface="SimSun" pitchFamily="2" charset="-122"/>
                <a:ea typeface="SimSun" pitchFamily="2" charset="-122"/>
              </a:rPr>
              <a:t>发布客户</a:t>
            </a:r>
            <a:r>
              <a:rPr lang="en-US" altLang="zh-TW" sz="1400" dirty="0" smtClean="0">
                <a:latin typeface="SimSun" pitchFamily="2" charset="-122"/>
                <a:ea typeface="SimSun" pitchFamily="2" charset="-122"/>
              </a:rPr>
              <a:t>BOM</a:t>
            </a:r>
            <a:endParaRPr lang="zh-TW" altLang="en-US" sz="1400" dirty="0">
              <a:latin typeface="SimSun" pitchFamily="2" charset="-122"/>
              <a:ea typeface="SimSun" pitchFamily="2" charset="-122"/>
            </a:endParaRPr>
          </a:p>
        </p:txBody>
      </p:sp>
      <p:cxnSp>
        <p:nvCxnSpPr>
          <p:cNvPr id="5" name="肘形连接符 4"/>
          <p:cNvCxnSpPr>
            <a:stCxn id="25" idx="3"/>
            <a:endCxn id="20" idx="0"/>
          </p:cNvCxnSpPr>
          <p:nvPr/>
        </p:nvCxnSpPr>
        <p:spPr>
          <a:xfrm>
            <a:off x="4716016" y="3824993"/>
            <a:ext cx="2412268" cy="684231"/>
          </a:xfrm>
          <a:prstGeom prst="bentConnector2">
            <a:avLst/>
          </a:prstGeom>
          <a:ln w="25400">
            <a:solidFill>
              <a:srgbClr val="663300"/>
            </a:solidFill>
            <a:tailEnd type="arrow"/>
          </a:ln>
        </p:spPr>
        <p:style>
          <a:lnRef idx="1">
            <a:schemeClr val="accent1"/>
          </a:lnRef>
          <a:fillRef idx="0">
            <a:schemeClr val="accent1"/>
          </a:fillRef>
          <a:effectRef idx="0">
            <a:schemeClr val="accent1"/>
          </a:effectRef>
          <a:fontRef idx="minor">
            <a:schemeClr val="tx1"/>
          </a:fontRef>
        </p:style>
      </p:cxnSp>
      <p:cxnSp>
        <p:nvCxnSpPr>
          <p:cNvPr id="27" name="肘形连接符 26"/>
          <p:cNvCxnSpPr>
            <a:stCxn id="29" idx="3"/>
            <a:endCxn id="20" idx="2"/>
          </p:cNvCxnSpPr>
          <p:nvPr/>
        </p:nvCxnSpPr>
        <p:spPr>
          <a:xfrm flipV="1">
            <a:off x="4716016" y="5013177"/>
            <a:ext cx="2412268" cy="1332096"/>
          </a:xfrm>
          <a:prstGeom prst="bentConnector2">
            <a:avLst/>
          </a:prstGeom>
          <a:ln w="25400">
            <a:solidFill>
              <a:srgbClr val="663300"/>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268730" y="1628140"/>
            <a:ext cx="6238875" cy="4782185"/>
          </a:xfrm>
          <a:prstGeom prst="rect">
            <a:avLst/>
          </a:prstGeom>
        </p:spPr>
      </p:pic>
      <p:sp>
        <p:nvSpPr>
          <p:cNvPr id="56323" name="TextBox 3"/>
          <p:cNvSpPr txBox="1">
            <a:spLocks noChangeArrowheads="1"/>
          </p:cNvSpPr>
          <p:nvPr/>
        </p:nvSpPr>
        <p:spPr bwMode="auto">
          <a:xfrm>
            <a:off x="141605" y="999490"/>
            <a:ext cx="8957945" cy="722630"/>
          </a:xfrm>
          <a:prstGeom prst="rect">
            <a:avLst/>
          </a:prstGeom>
          <a:noFill/>
          <a:ln w="9525">
            <a:noFill/>
            <a:miter lim="800000"/>
          </a:ln>
        </p:spPr>
        <p:txBody>
          <a:bodyPr wrap="square">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：记录产品改善建议需求，做为产品更改的依据。记录更改的零部件、变更原因、紧急等级及处理建议，经原因分析和判别后</a:t>
            </a:r>
            <a:r>
              <a:rPr lang="en-US" altLang="en-US"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进行产品变更设计</a:t>
            </a:r>
            <a:endParaRPr lang="zh-CN" altLang="en-US" sz="2000" dirty="0">
              <a:latin typeface="微软雅黑" pitchFamily="34" charset="-122"/>
              <a:ea typeface="微软雅黑" pitchFamily="34" charset="-122"/>
            </a:endParaRPr>
          </a:p>
        </p:txBody>
      </p:sp>
      <p:sp>
        <p:nvSpPr>
          <p:cNvPr id="5" name="TextBox 4"/>
          <p:cNvSpPr txBox="1"/>
          <p:nvPr/>
        </p:nvSpPr>
        <p:spPr>
          <a:xfrm>
            <a:off x="142844" y="2071678"/>
            <a:ext cx="3133725" cy="400110"/>
          </a:xfrm>
          <a:prstGeom prst="rect">
            <a:avLst/>
          </a:prstGeom>
          <a:noFill/>
        </p:spPr>
        <p:txBody>
          <a:bodyPr>
            <a:spAutoFit/>
          </a:bodyPr>
          <a:lstStyle/>
          <a:p>
            <a:pPr marL="360045" lvl="1" indent="-285750">
              <a:spcBef>
                <a:spcPts val="0"/>
              </a:spcBef>
              <a:buFont typeface="Wingdings" pitchFamily="2" charset="2"/>
              <a:buChar char="n"/>
              <a:defRPr/>
            </a:pPr>
            <a:endParaRPr lang="zh-CN" altLang="en-US" sz="2000" dirty="0">
              <a:solidFill>
                <a:srgbClr val="0D0D0D"/>
              </a:solidFill>
              <a:latin typeface="+mn-ea"/>
              <a:ea typeface="+mn-ea"/>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维护工程变更需求</a:t>
            </a:r>
            <a:endParaRPr lang="zh-TW" altLang="en-US" sz="3600" b="1" dirty="0">
              <a:latin typeface="Microsoft JhengHei" pitchFamily="34" charset="-120"/>
              <a:ea typeface="Microsoft JhengHei" pitchFamily="34" charset="-120"/>
            </a:endParaRPr>
          </a:p>
        </p:txBody>
      </p:sp>
      <p:sp>
        <p:nvSpPr>
          <p:cNvPr id="19" name="文字方塊 40"/>
          <p:cNvSpPr txBox="1"/>
          <p:nvPr/>
        </p:nvSpPr>
        <p:spPr bwMode="auto">
          <a:xfrm>
            <a:off x="1187760" y="6165686"/>
            <a:ext cx="5032010" cy="669414"/>
          </a:xfrm>
          <a:prstGeom prst="rect">
            <a:avLst/>
          </a:prstGeom>
          <a:noFill/>
          <a:ln w="9525">
            <a:noFill/>
            <a:miter lim="800000"/>
          </a:ln>
        </p:spPr>
        <p:txBody>
          <a:bodyPr wrap="square" rtlCol="0">
            <a:spAutoFit/>
          </a:bodyPr>
          <a:lstStyle/>
          <a:p>
            <a:pPr>
              <a:lnSpc>
                <a:spcPts val="4500"/>
              </a:lnSpc>
            </a:pPr>
            <a:r>
              <a:rPr lang="zh-CN" altLang="en-US" sz="1200" dirty="0" smtClean="0">
                <a:latin typeface="SimSun" pitchFamily="2" charset="-122"/>
                <a:ea typeface="SimSun" pitchFamily="2" charset="-122"/>
                <a:cs typeface="Arial Unicode MS" pitchFamily="34" charset="-122"/>
              </a:rPr>
              <a:t>信息补录：对已审核的</a:t>
            </a:r>
            <a:r>
              <a:rPr lang="en-US" altLang="zh-TW" sz="1200" dirty="0" smtClean="0">
                <a:latin typeface="SimSun" pitchFamily="2" charset="-122"/>
                <a:ea typeface="SimSun" pitchFamily="2" charset="-122"/>
                <a:cs typeface="Arial Unicode MS" pitchFamily="34" charset="-122"/>
              </a:rPr>
              <a:t>ECR</a:t>
            </a:r>
            <a:r>
              <a:rPr lang="zh-CN" altLang="en-US" sz="1200" dirty="0" smtClean="0">
                <a:latin typeface="SimSun" pitchFamily="2" charset="-122"/>
                <a:ea typeface="SimSun" pitchFamily="2" charset="-122"/>
                <a:cs typeface="Arial Unicode MS" pitchFamily="34" charset="-122"/>
              </a:rPr>
              <a:t>补入原因分析</a:t>
            </a:r>
            <a:r>
              <a:rPr lang="en-US" altLang="zh-TW" sz="1200" dirty="0" smtClean="0">
                <a:latin typeface="SimSun" pitchFamily="2" charset="-122"/>
                <a:ea typeface="SimSun" pitchFamily="2" charset="-122"/>
                <a:cs typeface="Arial Unicode MS" pitchFamily="34" charset="-122"/>
              </a:rPr>
              <a:t>/</a:t>
            </a:r>
            <a:r>
              <a:rPr lang="zh-TW" altLang="en-US" sz="1200" dirty="0" smtClean="0">
                <a:latin typeface="SimSun" pitchFamily="2" charset="-122"/>
                <a:ea typeface="SimSun" pitchFamily="2" charset="-122"/>
                <a:cs typeface="Arial Unicode MS" pitchFamily="34" charset="-122"/>
              </a:rPr>
              <a:t>部门工作</a:t>
            </a:r>
            <a:r>
              <a:rPr lang="en-US" altLang="zh-TW" sz="1200" dirty="0" smtClean="0">
                <a:latin typeface="SimSun" pitchFamily="2" charset="-122"/>
                <a:ea typeface="SimSun" pitchFamily="2" charset="-122"/>
                <a:cs typeface="Arial Unicode MS" pitchFamily="34" charset="-122"/>
              </a:rPr>
              <a:t>/</a:t>
            </a:r>
            <a:r>
              <a:rPr lang="zh-TW" altLang="en-US" sz="1200" dirty="0" smtClean="0">
                <a:latin typeface="SimSun" pitchFamily="2" charset="-122"/>
                <a:ea typeface="SimSun" pitchFamily="2" charset="-122"/>
                <a:cs typeface="Arial Unicode MS" pitchFamily="34" charset="-122"/>
              </a:rPr>
              <a:t>附件信息。</a:t>
            </a:r>
            <a:endParaRPr lang="zh-TW" altLang="en-US" sz="1200" dirty="0" smtClean="0">
              <a:latin typeface="SimSun" pitchFamily="2" charset="-122"/>
              <a:ea typeface="SimSun" pitchFamily="2" charset="-122"/>
              <a:cs typeface="Arial Unicode MS" pitchFamily="34" charset="-122"/>
            </a:endParaRPr>
          </a:p>
        </p:txBody>
      </p:sp>
      <p:sp>
        <p:nvSpPr>
          <p:cNvPr id="10" name="圓角矩形 24"/>
          <p:cNvSpPr/>
          <p:nvPr/>
        </p:nvSpPr>
        <p:spPr>
          <a:xfrm>
            <a:off x="1259205" y="5085715"/>
            <a:ext cx="5549265" cy="63690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p:cNvSpPr/>
          <p:nvPr/>
        </p:nvSpPr>
        <p:spPr>
          <a:xfrm>
            <a:off x="1259840" y="2348865"/>
            <a:ext cx="702945" cy="17589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p:cNvSpPr/>
          <p:nvPr/>
        </p:nvSpPr>
        <p:spPr>
          <a:xfrm>
            <a:off x="1259840" y="2117725"/>
            <a:ext cx="676910" cy="1746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圓角矩形 24"/>
          <p:cNvSpPr/>
          <p:nvPr/>
        </p:nvSpPr>
        <p:spPr>
          <a:xfrm>
            <a:off x="1259205" y="5733415"/>
            <a:ext cx="5549265" cy="63690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TW" altLang="en-US"/>
          </a:p>
        </p:txBody>
      </p:sp>
      <p:pic>
        <p:nvPicPr>
          <p:cNvPr id="22" name="图片 21"/>
          <p:cNvPicPr>
            <a:picLocks noChangeAspect="1"/>
          </p:cNvPicPr>
          <p:nvPr/>
        </p:nvPicPr>
        <p:blipFill>
          <a:blip r:embed="rId2"/>
          <a:stretch>
            <a:fillRect/>
          </a:stretch>
        </p:blipFill>
        <p:spPr>
          <a:xfrm>
            <a:off x="1259205" y="5733415"/>
            <a:ext cx="5500370" cy="614680"/>
          </a:xfrm>
          <a:prstGeom prst="rect">
            <a:avLst/>
          </a:prstGeom>
        </p:spPr>
      </p:pic>
      <p:grpSp>
        <p:nvGrpSpPr>
          <p:cNvPr id="23" name="组合 22"/>
          <p:cNvGrpSpPr/>
          <p:nvPr/>
        </p:nvGrpSpPr>
        <p:grpSpPr>
          <a:xfrm>
            <a:off x="5868035" y="5805805"/>
            <a:ext cx="515620" cy="190500"/>
            <a:chOff x="9610" y="8351"/>
            <a:chExt cx="812" cy="300"/>
          </a:xfrm>
        </p:grpSpPr>
        <p:cxnSp>
          <p:nvCxnSpPr>
            <p:cNvPr id="15" name="直線單箭頭接點 32"/>
            <p:cNvCxnSpPr/>
            <p:nvPr/>
          </p:nvCxnSpPr>
          <p:spPr>
            <a:xfrm>
              <a:off x="9610" y="8351"/>
              <a:ext cx="0" cy="301"/>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線單箭頭接點 33"/>
            <p:cNvCxnSpPr/>
            <p:nvPr/>
          </p:nvCxnSpPr>
          <p:spPr>
            <a:xfrm>
              <a:off x="10422" y="8351"/>
              <a:ext cx="0" cy="301"/>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直線接點 34"/>
            <p:cNvCxnSpPr/>
            <p:nvPr/>
          </p:nvCxnSpPr>
          <p:spPr>
            <a:xfrm>
              <a:off x="9610" y="8351"/>
              <a:ext cx="813"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8" name="直線接點 38"/>
          <p:cNvCxnSpPr>
            <a:stCxn id="14" idx="2"/>
          </p:cNvCxnSpPr>
          <p:nvPr/>
        </p:nvCxnSpPr>
        <p:spPr>
          <a:xfrm>
            <a:off x="1611630" y="2524760"/>
            <a:ext cx="4472305" cy="328104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468313" y="1341438"/>
            <a:ext cx="8424862" cy="707886"/>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：建立产品工程变更零部件的相关信息，如产品</a:t>
            </a:r>
            <a:r>
              <a:rPr lang="en-US" altLang="en-US"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及相关图纸或作业标准等</a:t>
            </a:r>
            <a:endParaRPr lang="zh-CN" altLang="en-US" sz="2000" dirty="0">
              <a:latin typeface="微软雅黑" pitchFamily="34" charset="-122"/>
              <a:ea typeface="微软雅黑" pitchFamily="34" charset="-122"/>
            </a:endParaRPr>
          </a:p>
        </p:txBody>
      </p:sp>
      <p:sp>
        <p:nvSpPr>
          <p:cNvPr id="5" name="TextBox 4"/>
          <p:cNvSpPr txBox="1"/>
          <p:nvPr/>
        </p:nvSpPr>
        <p:spPr>
          <a:xfrm>
            <a:off x="0" y="2071678"/>
            <a:ext cx="2857487" cy="461772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建立</a:t>
            </a:r>
            <a:r>
              <a:rPr lang="en-US" altLang="zh-CN" sz="1800" dirty="0" smtClean="0">
                <a:solidFill>
                  <a:srgbClr val="0D0D0D"/>
                </a:solidFill>
                <a:latin typeface="微软雅黑" charset="0"/>
                <a:ea typeface="微软雅黑" charset="0"/>
              </a:rPr>
              <a:t>ECN</a:t>
            </a:r>
            <a:r>
              <a:rPr lang="zh-CN" altLang="en-US" sz="1800" dirty="0" smtClean="0">
                <a:solidFill>
                  <a:srgbClr val="0D0D0D"/>
                </a:solidFill>
                <a:latin typeface="微软雅黑" charset="0"/>
                <a:ea typeface="微软雅黑" charset="0"/>
              </a:rPr>
              <a:t>时，可选择来源的</a:t>
            </a:r>
            <a:r>
              <a:rPr lang="en-US" altLang="zh-CN" sz="1800" dirty="0" smtClean="0">
                <a:solidFill>
                  <a:srgbClr val="0D0D0D"/>
                </a:solidFill>
                <a:latin typeface="微软雅黑" charset="0"/>
                <a:ea typeface="微软雅黑" charset="0"/>
              </a:rPr>
              <a:t>ECR</a:t>
            </a:r>
            <a:r>
              <a:rPr lang="zh-CN" altLang="en-US" sz="1800" dirty="0" smtClean="0">
                <a:solidFill>
                  <a:srgbClr val="0D0D0D"/>
                </a:solidFill>
                <a:latin typeface="微软雅黑" charset="0"/>
                <a:ea typeface="微软雅黑" charset="0"/>
              </a:rPr>
              <a:t>单据</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在单身选择需要变更的</a:t>
            </a:r>
            <a:r>
              <a:rPr lang="en-US" altLang="zh-CN" sz="1800" dirty="0" smtClean="0">
                <a:solidFill>
                  <a:srgbClr val="0D0D0D"/>
                </a:solidFill>
                <a:latin typeface="微软雅黑" charset="0"/>
                <a:ea typeface="微软雅黑" charset="0"/>
              </a:rPr>
              <a:t>BOM</a:t>
            </a:r>
            <a:r>
              <a:rPr lang="zh-CN" altLang="en-US" sz="1800" dirty="0" smtClean="0">
                <a:solidFill>
                  <a:srgbClr val="0D0D0D"/>
                </a:solidFill>
                <a:latin typeface="微软雅黑" charset="0"/>
                <a:ea typeface="微软雅黑" charset="0"/>
              </a:rPr>
              <a:t>主件信息</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在子单身可对</a:t>
            </a:r>
            <a:r>
              <a:rPr lang="en-US" altLang="zh-CN" sz="1800" dirty="0" smtClean="0">
                <a:solidFill>
                  <a:srgbClr val="0D0D0D"/>
                </a:solidFill>
                <a:latin typeface="微软雅黑" charset="0"/>
                <a:ea typeface="微软雅黑" charset="0"/>
              </a:rPr>
              <a:t>BOM</a:t>
            </a:r>
            <a:r>
              <a:rPr lang="zh-CN" altLang="en-US" sz="1800" dirty="0" smtClean="0">
                <a:solidFill>
                  <a:srgbClr val="0D0D0D"/>
                </a:solidFill>
                <a:latin typeface="微软雅黑" charset="0"/>
                <a:ea typeface="微软雅黑" charset="0"/>
              </a:rPr>
              <a:t>元件、产出品及自动配置模板进行新增、失效变更</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可维护图纸变更、文件变更、附件变更以及对后续工作的安排</a:t>
            </a: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维护工程变更信息</a:t>
            </a:r>
            <a:endParaRPr lang="zh-TW" altLang="en-US" sz="3600" b="1" dirty="0">
              <a:latin typeface="Microsoft JhengHei" pitchFamily="34" charset="-120"/>
              <a:ea typeface="Microsoft JhengHei" pitchFamily="34" charset="-120"/>
            </a:endParaRPr>
          </a:p>
        </p:txBody>
      </p:sp>
      <p:sp>
        <p:nvSpPr>
          <p:cNvPr id="16" name="文字方塊 39"/>
          <p:cNvSpPr txBox="1"/>
          <p:nvPr/>
        </p:nvSpPr>
        <p:spPr bwMode="auto">
          <a:xfrm>
            <a:off x="2786050" y="6188586"/>
            <a:ext cx="5760640" cy="669414"/>
          </a:xfrm>
          <a:prstGeom prst="rect">
            <a:avLst/>
          </a:prstGeom>
          <a:noFill/>
          <a:ln w="9525">
            <a:noFill/>
            <a:miter lim="800000"/>
          </a:ln>
        </p:spPr>
        <p:txBody>
          <a:bodyPr wrap="square" rtlCol="0">
            <a:spAutoFit/>
          </a:bodyPr>
          <a:lstStyle/>
          <a:p>
            <a:pPr>
              <a:lnSpc>
                <a:spcPts val="4500"/>
              </a:lnSpc>
            </a:pPr>
            <a:r>
              <a:rPr lang="zh-CN" altLang="en-US" sz="1200" dirty="0" smtClean="0">
                <a:latin typeface="SimSun" pitchFamily="2" charset="-122"/>
                <a:ea typeface="SimSun" pitchFamily="2" charset="-122"/>
                <a:cs typeface="Arial Unicode MS" pitchFamily="34" charset="-122"/>
              </a:rPr>
              <a:t>信息补录：对已审核的</a:t>
            </a:r>
            <a:r>
              <a:rPr lang="en-US" altLang="zh-TW" sz="1200" dirty="0" smtClean="0">
                <a:latin typeface="SimSun" pitchFamily="2" charset="-122"/>
                <a:ea typeface="SimSun" pitchFamily="2" charset="-122"/>
                <a:cs typeface="Arial Unicode MS" pitchFamily="34" charset="-122"/>
              </a:rPr>
              <a:t>ECN</a:t>
            </a:r>
            <a:r>
              <a:rPr lang="zh-CN" altLang="en-US" sz="1200" dirty="0" smtClean="0">
                <a:latin typeface="SimSun" pitchFamily="2" charset="-122"/>
                <a:ea typeface="SimSun" pitchFamily="2" charset="-122"/>
                <a:cs typeface="Arial Unicode MS" pitchFamily="34" charset="-122"/>
              </a:rPr>
              <a:t>补入图纸变更</a:t>
            </a:r>
            <a:r>
              <a:rPr lang="en-US" altLang="zh-TW" sz="1200" dirty="0" smtClean="0">
                <a:latin typeface="SimSun" pitchFamily="2" charset="-122"/>
                <a:ea typeface="SimSun" pitchFamily="2" charset="-122"/>
                <a:cs typeface="Arial Unicode MS" pitchFamily="34" charset="-122"/>
              </a:rPr>
              <a:t>/</a:t>
            </a:r>
            <a:r>
              <a:rPr lang="zh-TW" altLang="en-US" sz="1200" dirty="0" smtClean="0">
                <a:latin typeface="SimSun" pitchFamily="2" charset="-122"/>
                <a:ea typeface="SimSun" pitchFamily="2" charset="-122"/>
                <a:cs typeface="Arial Unicode MS" pitchFamily="34" charset="-122"/>
              </a:rPr>
              <a:t>文件变更</a:t>
            </a:r>
            <a:r>
              <a:rPr lang="en-US" altLang="zh-TW" sz="1200" dirty="0" smtClean="0">
                <a:latin typeface="SimSun" pitchFamily="2" charset="-122"/>
                <a:ea typeface="SimSun" pitchFamily="2" charset="-122"/>
                <a:cs typeface="Arial Unicode MS" pitchFamily="34" charset="-122"/>
              </a:rPr>
              <a:t>/</a:t>
            </a:r>
            <a:r>
              <a:rPr lang="zh-TW" altLang="en-US" sz="1200" dirty="0" smtClean="0">
                <a:latin typeface="SimSun" pitchFamily="2" charset="-122"/>
                <a:ea typeface="SimSun" pitchFamily="2" charset="-122"/>
                <a:cs typeface="Arial Unicode MS" pitchFamily="34" charset="-122"/>
              </a:rPr>
              <a:t>部门工作</a:t>
            </a:r>
            <a:r>
              <a:rPr lang="en-US" altLang="zh-TW" sz="1200" dirty="0" smtClean="0">
                <a:latin typeface="SimSun" pitchFamily="2" charset="-122"/>
                <a:ea typeface="SimSun" pitchFamily="2" charset="-122"/>
                <a:cs typeface="Arial Unicode MS" pitchFamily="34" charset="-122"/>
              </a:rPr>
              <a:t>/</a:t>
            </a:r>
            <a:r>
              <a:rPr lang="zh-TW" altLang="en-US" sz="1200" dirty="0" smtClean="0">
                <a:latin typeface="SimSun" pitchFamily="2" charset="-122"/>
                <a:ea typeface="SimSun" pitchFamily="2" charset="-122"/>
                <a:cs typeface="Arial Unicode MS" pitchFamily="34" charset="-122"/>
              </a:rPr>
              <a:t>附件信息。</a:t>
            </a:r>
            <a:endParaRPr lang="zh-TW" altLang="en-US" sz="1200" dirty="0" smtClean="0">
              <a:latin typeface="SimSun" pitchFamily="2" charset="-122"/>
              <a:ea typeface="SimSun" pitchFamily="2" charset="-122"/>
              <a:cs typeface="Arial Unicode MS" pitchFamily="34" charset="-122"/>
            </a:endParaRPr>
          </a:p>
        </p:txBody>
      </p:sp>
      <p:pic>
        <p:nvPicPr>
          <p:cNvPr id="2" name="图片 1"/>
          <p:cNvPicPr>
            <a:picLocks noChangeAspect="1"/>
          </p:cNvPicPr>
          <p:nvPr/>
        </p:nvPicPr>
        <p:blipFill>
          <a:blip r:embed="rId1"/>
          <a:stretch>
            <a:fillRect/>
          </a:stretch>
        </p:blipFill>
        <p:spPr>
          <a:xfrm>
            <a:off x="2843530" y="2061210"/>
            <a:ext cx="6256020" cy="4229735"/>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a:spLocks noChangeArrowheads="1"/>
          </p:cNvSpPr>
          <p:nvPr/>
        </p:nvSpPr>
        <p:spPr bwMode="auto">
          <a:xfrm>
            <a:off x="359569" y="1083227"/>
            <a:ext cx="8424862" cy="707886"/>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：自动配置模板变更后，将变更内容应用到已生成的历史客户</a:t>
            </a: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中，使模型</a:t>
            </a: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与客户</a:t>
            </a: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保持同步。</a:t>
            </a:r>
            <a:endParaRPr lang="zh-CN" altLang="en-US" sz="2000" dirty="0">
              <a:latin typeface="微软雅黑" pitchFamily="34" charset="-122"/>
              <a:ea typeface="微软雅黑" pitchFamily="34" charset="-122"/>
            </a:endParaRPr>
          </a:p>
        </p:txBody>
      </p:sp>
      <p:sp>
        <p:nvSpPr>
          <p:cNvPr id="3"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发布客户</a:t>
            </a:r>
            <a:r>
              <a:rPr lang="en-US" altLang="zh-CN" sz="3600" b="1" dirty="0" smtClean="0">
                <a:latin typeface="Microsoft JhengHei" pitchFamily="34" charset="-120"/>
                <a:ea typeface="Microsoft JhengHei" pitchFamily="34" charset="-120"/>
              </a:rPr>
              <a:t>BOM</a:t>
            </a:r>
            <a:endParaRPr lang="zh-TW" altLang="en-US" sz="3600" b="1" dirty="0">
              <a:latin typeface="Microsoft JhengHei" pitchFamily="34" charset="-120"/>
              <a:ea typeface="Microsoft JhengHei" pitchFamily="34" charset="-120"/>
            </a:endParaRPr>
          </a:p>
        </p:txBody>
      </p:sp>
      <p:sp>
        <p:nvSpPr>
          <p:cNvPr id="10" name="TextBox 9"/>
          <p:cNvSpPr txBox="1"/>
          <p:nvPr/>
        </p:nvSpPr>
        <p:spPr>
          <a:xfrm>
            <a:off x="1" y="1867727"/>
            <a:ext cx="3276600" cy="338328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工厂参数中选择“手动发布”时，通过菜单“发布客户</a:t>
            </a:r>
            <a:r>
              <a:rPr lang="en-US" altLang="zh-CN" sz="1800" dirty="0" smtClean="0">
                <a:solidFill>
                  <a:srgbClr val="0D0D0D"/>
                </a:solidFill>
                <a:latin typeface="微软雅黑" charset="0"/>
                <a:ea typeface="微软雅黑" charset="0"/>
              </a:rPr>
              <a:t>BOM</a:t>
            </a:r>
            <a:r>
              <a:rPr lang="zh-CN" altLang="en-US" sz="1800" dirty="0" smtClean="0">
                <a:solidFill>
                  <a:srgbClr val="0D0D0D"/>
                </a:solidFill>
                <a:latin typeface="微软雅黑" charset="0"/>
                <a:ea typeface="微软雅黑" charset="0"/>
              </a:rPr>
              <a:t>”功能，对选择的特征码进行同步变更（</a:t>
            </a:r>
            <a:r>
              <a:rPr lang="en-US" altLang="zh-CN" sz="1800" dirty="0" smtClean="0">
                <a:solidFill>
                  <a:srgbClr val="0D0D0D"/>
                </a:solidFill>
                <a:latin typeface="微软雅黑" charset="0"/>
                <a:ea typeface="微软雅黑" charset="0"/>
              </a:rPr>
              <a:t>ECN</a:t>
            </a:r>
            <a:r>
              <a:rPr lang="zh-CN" altLang="en-US" sz="1800" dirty="0" smtClean="0">
                <a:solidFill>
                  <a:srgbClr val="0D0D0D"/>
                </a:solidFill>
                <a:latin typeface="微软雅黑" charset="0"/>
                <a:ea typeface="微软雅黑" charset="0"/>
              </a:rPr>
              <a:t>中有相同菜单）</a:t>
            </a:r>
            <a:endParaRPr lang="en-US" altLang="zh-CN" sz="1800" dirty="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自动发布时，</a:t>
            </a:r>
            <a:r>
              <a:rPr lang="en-US" altLang="zh-CN" sz="1800" dirty="0" smtClean="0">
                <a:solidFill>
                  <a:srgbClr val="0D0D0D"/>
                </a:solidFill>
                <a:latin typeface="微软雅黑" charset="0"/>
                <a:ea typeface="微软雅黑" charset="0"/>
              </a:rPr>
              <a:t>ECN</a:t>
            </a:r>
            <a:r>
              <a:rPr lang="zh-CN" altLang="en-US" sz="1800" dirty="0" smtClean="0">
                <a:solidFill>
                  <a:srgbClr val="0D0D0D"/>
                </a:solidFill>
                <a:latin typeface="微软雅黑" charset="0"/>
                <a:ea typeface="微软雅黑" charset="0"/>
              </a:rPr>
              <a:t>审核的同时会同步对所有历史客户</a:t>
            </a:r>
            <a:r>
              <a:rPr lang="en-US" altLang="zh-CN" sz="1800" dirty="0" smtClean="0">
                <a:solidFill>
                  <a:srgbClr val="0D0D0D"/>
                </a:solidFill>
                <a:latin typeface="微软雅黑" charset="0"/>
                <a:ea typeface="微软雅黑" charset="0"/>
              </a:rPr>
              <a:t>BOM</a:t>
            </a:r>
            <a:r>
              <a:rPr lang="zh-CN" altLang="en-US" sz="1800" dirty="0" smtClean="0">
                <a:solidFill>
                  <a:srgbClr val="0D0D0D"/>
                </a:solidFill>
                <a:latin typeface="微软雅黑" charset="0"/>
                <a:ea typeface="微软雅黑" charset="0"/>
              </a:rPr>
              <a:t>做同步变更</a:t>
            </a:r>
            <a:endParaRPr lang="zh-CN" altLang="en-US" sz="1800" dirty="0">
              <a:solidFill>
                <a:srgbClr val="0D0D0D"/>
              </a:solidFill>
              <a:latin typeface="微软雅黑" charset="0"/>
              <a:ea typeface="微软雅黑" charset="0"/>
            </a:endParaRPr>
          </a:p>
        </p:txBody>
      </p:sp>
      <p:pic>
        <p:nvPicPr>
          <p:cNvPr id="5" name="图片 4"/>
          <p:cNvPicPr>
            <a:picLocks noChangeAspect="1"/>
          </p:cNvPicPr>
          <p:nvPr/>
        </p:nvPicPr>
        <p:blipFill>
          <a:blip r:embed="rId1"/>
          <a:stretch>
            <a:fillRect/>
          </a:stretch>
        </p:blipFill>
        <p:spPr>
          <a:xfrm>
            <a:off x="3275330" y="1844675"/>
            <a:ext cx="5737860" cy="4834255"/>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投影片編號版面配置區 2"/>
          <p:cNvSpPr txBox="1"/>
          <p:nvPr/>
        </p:nvSpPr>
        <p:spPr bwMode="auto">
          <a:xfrm>
            <a:off x="8550275" y="6383338"/>
            <a:ext cx="719138" cy="476250"/>
          </a:xfrm>
          <a:prstGeom prst="rect">
            <a:avLst/>
          </a:prstGeom>
          <a:noFill/>
          <a:ln w="9525">
            <a:noFill/>
            <a:miter lim="800000"/>
          </a:ln>
        </p:spPr>
        <p:txBody>
          <a:bodyPr/>
          <a:lstStyle/>
          <a:p>
            <a:fld id="{D3C3A733-9116-48AF-8239-7A570A5DF8A5}" type="slidenum">
              <a:rPr lang="en-US" altLang="zh-TW"/>
            </a:fld>
            <a:endParaRPr lang="en-US" altLang="zh-TW"/>
          </a:p>
        </p:txBody>
      </p:sp>
      <p:grpSp>
        <p:nvGrpSpPr>
          <p:cNvPr id="2" name="组合 25"/>
          <p:cNvGrpSpPr/>
          <p:nvPr/>
        </p:nvGrpSpPr>
        <p:grpSpPr>
          <a:xfrm>
            <a:off x="3131840" y="1506692"/>
            <a:ext cx="1944217" cy="4154556"/>
            <a:chOff x="3131840" y="1506692"/>
            <a:chExt cx="1944217" cy="4154556"/>
          </a:xfrm>
        </p:grpSpPr>
        <p:sp>
          <p:nvSpPr>
            <p:cNvPr id="18" name="Rectangle 5"/>
            <p:cNvSpPr>
              <a:spLocks noChangeArrowheads="1"/>
            </p:cNvSpPr>
            <p:nvPr/>
          </p:nvSpPr>
          <p:spPr bwMode="auto">
            <a:xfrm>
              <a:off x="3131841" y="2348880"/>
              <a:ext cx="1944216" cy="431800"/>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en-US" sz="1400" dirty="0" smtClean="0">
                  <a:latin typeface="SimSun" pitchFamily="2" charset="-122"/>
                  <a:ea typeface="SimSun" pitchFamily="2" charset="-122"/>
                  <a:sym typeface="+mn-ea"/>
                </a:rPr>
                <a:t>维护品号认可</a:t>
              </a:r>
              <a:endParaRPr lang="zh-TW" altLang="en-US" sz="1400" dirty="0">
                <a:latin typeface="SimSun" pitchFamily="2" charset="-122"/>
                <a:ea typeface="SimSun" pitchFamily="2" charset="-122"/>
              </a:endParaRPr>
            </a:p>
          </p:txBody>
        </p:sp>
        <p:sp>
          <p:nvSpPr>
            <p:cNvPr id="16" name="AutoShape 24"/>
            <p:cNvSpPr>
              <a:spLocks noChangeArrowheads="1"/>
            </p:cNvSpPr>
            <p:nvPr/>
          </p:nvSpPr>
          <p:spPr bwMode="auto">
            <a:xfrm>
              <a:off x="3131840" y="4941168"/>
              <a:ext cx="1872208" cy="720080"/>
            </a:xfrm>
            <a:prstGeom prst="flowChartInternalStorage">
              <a:avLst/>
            </a:prstGeom>
            <a:ln>
              <a:tailEnd type="none" w="sm" len="med"/>
            </a:ln>
          </p:spPr>
          <p:style>
            <a:lnRef idx="1">
              <a:schemeClr val="accent1"/>
            </a:lnRef>
            <a:fillRef idx="2">
              <a:schemeClr val="accent1"/>
            </a:fillRef>
            <a:effectRef idx="1">
              <a:schemeClr val="accent1"/>
            </a:effectRef>
            <a:fontRef idx="minor">
              <a:schemeClr val="dk1"/>
            </a:fontRef>
          </p:style>
          <p:txBody>
            <a:bodyPr anchor="ctr" anchorCtr="0"/>
            <a:lstStyle/>
            <a:p>
              <a:pPr eaLnBrk="0" hangingPunct="0">
                <a:defRPr/>
              </a:pPr>
              <a:r>
                <a:rPr kumimoji="0" lang="zh-CN" altLang="en-US" sz="1400" dirty="0" smtClean="0"/>
                <a:t>请采购流程</a:t>
              </a:r>
              <a:endParaRPr kumimoji="0" lang="zh-TW" altLang="zh-TW" sz="1400" dirty="0"/>
            </a:p>
          </p:txBody>
        </p:sp>
        <p:cxnSp>
          <p:nvCxnSpPr>
            <p:cNvPr id="15" name="直接箭头连接符 14"/>
            <p:cNvCxnSpPr/>
            <p:nvPr/>
          </p:nvCxnSpPr>
          <p:spPr>
            <a:xfrm rot="5400000">
              <a:off x="3892174" y="2134839"/>
              <a:ext cx="426429" cy="1652"/>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9" name="六边形 18"/>
            <p:cNvSpPr/>
            <p:nvPr/>
          </p:nvSpPr>
          <p:spPr>
            <a:xfrm>
              <a:off x="3131840" y="1506692"/>
              <a:ext cx="1872208" cy="415105"/>
            </a:xfrm>
            <a:prstGeom prst="hexagon">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r>
                <a:rPr lang="zh-CN" altLang="en-US" sz="1400" dirty="0" smtClean="0">
                  <a:latin typeface="SimSun" pitchFamily="2" charset="-122"/>
                  <a:ea typeface="SimSun" pitchFamily="2" charset="-122"/>
                </a:rPr>
                <a:t>开始</a:t>
              </a:r>
              <a:endParaRPr lang="zh-CN" altLang="en-US" sz="1400" dirty="0">
                <a:latin typeface="SimSun" pitchFamily="2" charset="-122"/>
                <a:ea typeface="SimSun" pitchFamily="2" charset="-122"/>
              </a:endParaRPr>
            </a:p>
          </p:txBody>
        </p:sp>
        <p:cxnSp>
          <p:nvCxnSpPr>
            <p:cNvPr id="20" name="直接箭头连接符 19"/>
            <p:cNvCxnSpPr/>
            <p:nvPr/>
          </p:nvCxnSpPr>
          <p:spPr>
            <a:xfrm rot="5400000">
              <a:off x="3855555" y="2993317"/>
              <a:ext cx="426429" cy="1652"/>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5"/>
            <p:cNvSpPr>
              <a:spLocks noChangeArrowheads="1"/>
            </p:cNvSpPr>
            <p:nvPr/>
          </p:nvSpPr>
          <p:spPr bwMode="auto">
            <a:xfrm>
              <a:off x="3131840" y="3212976"/>
              <a:ext cx="1944216" cy="431800"/>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zh-TW" sz="1400" dirty="0">
                  <a:latin typeface="SimSun" pitchFamily="2" charset="-122"/>
                  <a:ea typeface="SimSun" pitchFamily="2" charset="-122"/>
                </a:rPr>
                <a:t>维护品号通用信息</a:t>
              </a:r>
              <a:endParaRPr lang="zh-CN" altLang="zh-TW" sz="1400" dirty="0">
                <a:latin typeface="SimSun" pitchFamily="2" charset="-122"/>
                <a:ea typeface="SimSun" pitchFamily="2" charset="-122"/>
              </a:endParaRPr>
            </a:p>
          </p:txBody>
        </p:sp>
        <p:sp>
          <p:nvSpPr>
            <p:cNvPr id="22" name="Rectangle 5"/>
            <p:cNvSpPr>
              <a:spLocks noChangeArrowheads="1"/>
            </p:cNvSpPr>
            <p:nvPr/>
          </p:nvSpPr>
          <p:spPr bwMode="auto">
            <a:xfrm>
              <a:off x="3131840" y="4077072"/>
              <a:ext cx="1944216" cy="431800"/>
            </a:xfrm>
            <a:prstGeom prst="round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zh-CN" altLang="en-US" sz="1400" dirty="0" smtClean="0">
                  <a:latin typeface="SimSun" pitchFamily="2" charset="-122"/>
                  <a:ea typeface="SimSun" pitchFamily="2" charset="-122"/>
                </a:rPr>
                <a:t>维护品号认可变更</a:t>
              </a:r>
              <a:endParaRPr lang="zh-TW" altLang="en-US" sz="1400" dirty="0">
                <a:latin typeface="SimSun" pitchFamily="2" charset="-122"/>
                <a:ea typeface="SimSun" pitchFamily="2" charset="-122"/>
              </a:endParaRPr>
            </a:p>
          </p:txBody>
        </p:sp>
        <p:cxnSp>
          <p:nvCxnSpPr>
            <p:cNvPr id="23" name="直接箭头连接符 22"/>
            <p:cNvCxnSpPr/>
            <p:nvPr/>
          </p:nvCxnSpPr>
          <p:spPr>
            <a:xfrm rot="5400000">
              <a:off x="3855555" y="3857413"/>
              <a:ext cx="426429" cy="1652"/>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rot="5400000">
              <a:off x="3855555" y="4727127"/>
              <a:ext cx="426429" cy="1652"/>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7" name="文字方塊 1"/>
          <p:cNvSpPr txBox="1">
            <a:spLocks noChangeArrowheads="1"/>
          </p:cNvSpPr>
          <p:nvPr/>
        </p:nvSpPr>
        <p:spPr bwMode="auto">
          <a:xfrm>
            <a:off x="0" y="428625"/>
            <a:ext cx="9144000" cy="680720"/>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zh-TW" sz="3600" b="1" dirty="0" smtClean="0">
                <a:latin typeface="Microsoft JhengHei" pitchFamily="34" charset="-120"/>
                <a:ea typeface="宋体" charset="0"/>
              </a:rPr>
              <a:t>料件认可</a:t>
            </a:r>
            <a:r>
              <a:rPr lang="zh-CN" altLang="en-US" sz="3600" b="1" dirty="0" smtClean="0">
                <a:latin typeface="Microsoft JhengHei" pitchFamily="34" charset="-120"/>
                <a:ea typeface="Microsoft JhengHei" pitchFamily="34" charset="-120"/>
              </a:rPr>
              <a:t>流程</a:t>
            </a:r>
            <a:endParaRPr lang="zh-TW" altLang="en-US" sz="3600" b="1" dirty="0">
              <a:latin typeface="Microsoft JhengHei" pitchFamily="34" charset="-120"/>
              <a:ea typeface="Microsoft JhengHei" pitchFamily="34" charset="-12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107633" y="1052513"/>
            <a:ext cx="8424862"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：记录品号的料件认可信息</a:t>
            </a:r>
            <a:endParaRPr lang="zh-CN" altLang="en-US" sz="2000" dirty="0">
              <a:latin typeface="微软雅黑" pitchFamily="34" charset="-122"/>
              <a:ea typeface="微软雅黑" pitchFamily="34" charset="-122"/>
            </a:endParaRPr>
          </a:p>
        </p:txBody>
      </p:sp>
      <p:sp>
        <p:nvSpPr>
          <p:cNvPr id="5" name="TextBox 4"/>
          <p:cNvSpPr txBox="1"/>
          <p:nvPr/>
        </p:nvSpPr>
        <p:spPr>
          <a:xfrm>
            <a:off x="35560" y="1485265"/>
            <a:ext cx="9385300" cy="152400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不可存在相同特征码、相同品牌、相同认可型号</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相同特征码主要来源为</a:t>
            </a:r>
            <a:r>
              <a:rPr lang="en-US" altLang="zh-CN" sz="1800" dirty="0" smtClean="0">
                <a:solidFill>
                  <a:srgbClr val="0D0D0D"/>
                </a:solidFill>
                <a:latin typeface="微软雅黑" charset="0"/>
                <a:ea typeface="微软雅黑" charset="0"/>
              </a:rPr>
              <a:t>true</a:t>
            </a:r>
            <a:r>
              <a:rPr lang="zh-CN" altLang="en-US" sz="1800" dirty="0" smtClean="0">
                <a:solidFill>
                  <a:srgbClr val="0D0D0D"/>
                </a:solidFill>
                <a:latin typeface="微软雅黑" charset="0"/>
                <a:ea typeface="微软雅黑" charset="0"/>
              </a:rPr>
              <a:t>的只能存在一笔</a:t>
            </a:r>
            <a:endParaRPr lang="en-US" altLang="zh-CN" sz="1800" dirty="0" smtClean="0">
              <a:solidFill>
                <a:srgbClr val="0D0D0D"/>
              </a:solidFill>
              <a:latin typeface="微软雅黑" charset="0"/>
              <a:ea typeface="微软雅黑" charset="0"/>
            </a:endParaRPr>
          </a:p>
          <a:p>
            <a:pPr marL="360045" lvl="1" indent="-285750">
              <a:spcBef>
                <a:spcPts val="0"/>
              </a:spcBef>
              <a:buFont typeface="Wingdings" pitchFamily="2" charset="2"/>
              <a:buChar char="n"/>
              <a:defRPr/>
            </a:pPr>
            <a:endParaRPr lang="en-US" altLang="zh-CN" sz="2000" dirty="0" smtClean="0">
              <a:solidFill>
                <a:srgbClr val="0D0D0D"/>
              </a:solidFill>
              <a:latin typeface="+mn-ea"/>
              <a:ea typeface="+mn-ea"/>
            </a:endParaRPr>
          </a:p>
          <a:p>
            <a:pPr marL="360045" lvl="1" indent="-285750">
              <a:spcBef>
                <a:spcPts val="0"/>
              </a:spcBef>
              <a:buFont typeface="Wingdings" pitchFamily="2" charset="2"/>
              <a:buChar char="n"/>
              <a:defRPr/>
            </a:pPr>
            <a:endParaRPr lang="zh-CN" altLang="en-US" sz="2000" dirty="0">
              <a:solidFill>
                <a:srgbClr val="0D0D0D"/>
              </a:solidFill>
              <a:latin typeface="+mn-ea"/>
              <a:ea typeface="+mn-ea"/>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维护品号认可信息</a:t>
            </a:r>
            <a:endParaRPr lang="zh-TW" altLang="en-US" sz="3600" b="1" dirty="0">
              <a:latin typeface="Microsoft JhengHei" pitchFamily="34" charset="-120"/>
              <a:ea typeface="Microsoft JhengHei" pitchFamily="34" charset="-120"/>
            </a:endParaRPr>
          </a:p>
        </p:txBody>
      </p:sp>
      <p:pic>
        <p:nvPicPr>
          <p:cNvPr id="4" name="图片 3"/>
          <p:cNvPicPr>
            <a:picLocks noChangeAspect="1"/>
          </p:cNvPicPr>
          <p:nvPr/>
        </p:nvPicPr>
        <p:blipFill>
          <a:blip r:embed="rId1"/>
          <a:stretch>
            <a:fillRect/>
          </a:stretch>
        </p:blipFill>
        <p:spPr>
          <a:xfrm>
            <a:off x="395605" y="2853055"/>
            <a:ext cx="8255635" cy="2618740"/>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维护品号通用信息</a:t>
            </a:r>
            <a:endParaRPr lang="zh-TW" altLang="en-US" sz="3600" b="1" dirty="0">
              <a:latin typeface="Microsoft JhengHei" pitchFamily="34" charset="-120"/>
              <a:ea typeface="Microsoft JhengHei" pitchFamily="34" charset="-120"/>
            </a:endParaRPr>
          </a:p>
        </p:txBody>
      </p:sp>
      <p:pic>
        <p:nvPicPr>
          <p:cNvPr id="3" name="图片 2"/>
          <p:cNvPicPr>
            <a:picLocks noChangeAspect="1"/>
          </p:cNvPicPr>
          <p:nvPr/>
        </p:nvPicPr>
        <p:blipFill>
          <a:blip r:embed="rId1"/>
          <a:stretch>
            <a:fillRect/>
          </a:stretch>
        </p:blipFill>
        <p:spPr>
          <a:xfrm>
            <a:off x="323850" y="1701165"/>
            <a:ext cx="8481695" cy="4764405"/>
          </a:xfrm>
          <a:prstGeom prst="rect">
            <a:avLst/>
          </a:prstGeom>
        </p:spPr>
      </p:pic>
      <p:sp>
        <p:nvSpPr>
          <p:cNvPr id="4" name="TextBox 3"/>
          <p:cNvSpPr txBox="1">
            <a:spLocks noChangeArrowheads="1"/>
          </p:cNvSpPr>
          <p:nvPr/>
        </p:nvSpPr>
        <p:spPr bwMode="auto">
          <a:xfrm>
            <a:off x="107633" y="1052513"/>
            <a:ext cx="8424862" cy="417830"/>
          </a:xfrm>
          <a:prstGeom prst="rect">
            <a:avLst/>
          </a:prstGeom>
          <a:noFill/>
          <a:ln w="9525">
            <a:noFill/>
            <a:miter lim="800000"/>
          </a:ln>
        </p:spPr>
        <p:txBody>
          <a:bodyPr>
            <a:spAutoFit/>
          </a:bodyPr>
          <a:p>
            <a:r>
              <a:rPr lang="zh-CN" altLang="en-US" sz="2000" dirty="0">
                <a:latin typeface="微软雅黑" pitchFamily="34" charset="-122"/>
                <a:ea typeface="微软雅黑" pitchFamily="34" charset="-122"/>
              </a:rPr>
              <a:t>维护品号认可信息后，品号信息中的认养检查会默认勾选。</a:t>
            </a:r>
            <a:endParaRPr lang="zh-CN" altLang="en-US" sz="2000"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179388" y="1124268"/>
            <a:ext cx="8424862"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：记录品号料件认可变更信息</a:t>
            </a:r>
            <a:endParaRPr lang="zh-CN" altLang="en-US" sz="2000" dirty="0">
              <a:latin typeface="微软雅黑" pitchFamily="34" charset="-122"/>
              <a:ea typeface="微软雅黑" pitchFamily="34" charset="-122"/>
            </a:endParaRPr>
          </a:p>
        </p:txBody>
      </p:sp>
      <p:sp>
        <p:nvSpPr>
          <p:cNvPr id="5" name="TextBox 4"/>
          <p:cNvSpPr txBox="1"/>
          <p:nvPr/>
        </p:nvSpPr>
        <p:spPr>
          <a:xfrm>
            <a:off x="107950" y="1484630"/>
            <a:ext cx="9879965" cy="91440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变更不可撤销，如有调整，需重新变更</a:t>
            </a:r>
            <a:endParaRPr lang="en-US" altLang="zh-CN" sz="1800" dirty="0" smtClean="0">
              <a:solidFill>
                <a:srgbClr val="0D0D0D"/>
              </a:solidFill>
              <a:latin typeface="微软雅黑" charset="0"/>
              <a:ea typeface="微软雅黑" charset="0"/>
            </a:endParaRPr>
          </a:p>
          <a:p>
            <a:pPr marL="360045" lvl="1" indent="-285750" eaLnBrk="1" latinLnBrk="0" hangingPunct="1">
              <a:lnSpc>
                <a:spcPct val="150000"/>
              </a:lnSpc>
              <a:spcBef>
                <a:spcPts val="0"/>
              </a:spcBef>
              <a:buFont typeface="Wingdings" pitchFamily="2" charset="2"/>
              <a:buChar char="n"/>
              <a:defRPr/>
            </a:pPr>
            <a:r>
              <a:rPr lang="zh-CN" altLang="en-US" sz="1800" dirty="0" smtClean="0">
                <a:solidFill>
                  <a:srgbClr val="0D0D0D"/>
                </a:solidFill>
                <a:latin typeface="微软雅黑" charset="0"/>
                <a:ea typeface="微软雅黑" charset="0"/>
              </a:rPr>
              <a:t>变更信息会更新到品号认可信息中</a:t>
            </a:r>
            <a:endParaRPr lang="zh-CN" altLang="en-US" sz="1800" dirty="0">
              <a:solidFill>
                <a:srgbClr val="0D0D0D"/>
              </a:solidFill>
              <a:latin typeface="微软雅黑" charset="0"/>
              <a:ea typeface="微软雅黑" charset="0"/>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维护品号认可变更信息</a:t>
            </a:r>
            <a:endParaRPr lang="zh-TW" altLang="en-US" sz="3600" b="1" dirty="0">
              <a:latin typeface="Microsoft JhengHei" pitchFamily="34" charset="-120"/>
              <a:ea typeface="Microsoft JhengHei" pitchFamily="34" charset="-120"/>
            </a:endParaRPr>
          </a:p>
        </p:txBody>
      </p:sp>
      <p:pic>
        <p:nvPicPr>
          <p:cNvPr id="3" name="图片 2"/>
          <p:cNvPicPr>
            <a:picLocks noChangeAspect="1"/>
          </p:cNvPicPr>
          <p:nvPr/>
        </p:nvPicPr>
        <p:blipFill>
          <a:blip r:embed="rId1"/>
          <a:stretch>
            <a:fillRect/>
          </a:stretch>
        </p:blipFill>
        <p:spPr>
          <a:xfrm>
            <a:off x="972185" y="2636520"/>
            <a:ext cx="7381240" cy="3723640"/>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Box 3"/>
          <p:cNvSpPr txBox="1">
            <a:spLocks noChangeArrowheads="1"/>
          </p:cNvSpPr>
          <p:nvPr/>
        </p:nvSpPr>
        <p:spPr bwMode="auto">
          <a:xfrm>
            <a:off x="323533" y="1124903"/>
            <a:ext cx="8424862" cy="40005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：维护请购单信息</a:t>
            </a:r>
            <a:endParaRPr lang="zh-CN" altLang="en-US" sz="2000" dirty="0">
              <a:latin typeface="微软雅黑" pitchFamily="34" charset="-122"/>
              <a:ea typeface="微软雅黑" pitchFamily="34" charset="-122"/>
            </a:endParaRPr>
          </a:p>
        </p:txBody>
      </p:sp>
      <p:sp>
        <p:nvSpPr>
          <p:cNvPr id="5" name="TextBox 4"/>
          <p:cNvSpPr txBox="1"/>
          <p:nvPr/>
        </p:nvSpPr>
        <p:spPr>
          <a:xfrm>
            <a:off x="251460" y="1485265"/>
            <a:ext cx="8780145" cy="1005840"/>
          </a:xfrm>
          <a:prstGeom prst="rect">
            <a:avLst/>
          </a:prstGeom>
          <a:noFill/>
        </p:spPr>
        <p:txBody>
          <a:bodyPr wrap="square">
            <a:spAutoFit/>
          </a:bodyPr>
          <a:lstStyle/>
          <a:p>
            <a:pPr marL="360045" lvl="1" indent="-285750" eaLnBrk="1" latinLnBrk="0" hangingPunct="1">
              <a:lnSpc>
                <a:spcPct val="150000"/>
              </a:lnSpc>
              <a:spcBef>
                <a:spcPts val="0"/>
              </a:spcBef>
              <a:buFont typeface="Wingdings" pitchFamily="2" charset="2"/>
              <a:buChar char="n"/>
              <a:defRPr/>
            </a:pPr>
            <a:r>
              <a:rPr lang="zh-CN" altLang="en-US" sz="2000" dirty="0" smtClean="0">
                <a:solidFill>
                  <a:srgbClr val="0D0D0D"/>
                </a:solidFill>
                <a:latin typeface="+mn-ea"/>
                <a:ea typeface="+mn-ea"/>
              </a:rPr>
              <a:t>请采购进货处理时，单据会自动确认采购品号的品牌信息、认可文号</a:t>
            </a:r>
            <a:endParaRPr lang="en-US" altLang="zh-CN" sz="2000" dirty="0" smtClean="0">
              <a:solidFill>
                <a:srgbClr val="0D0D0D"/>
              </a:solidFill>
              <a:latin typeface="+mn-ea"/>
              <a:ea typeface="+mn-ea"/>
            </a:endParaRPr>
          </a:p>
          <a:p>
            <a:pPr marL="360045" lvl="1" indent="-285750" eaLnBrk="1" latinLnBrk="0" hangingPunct="1">
              <a:lnSpc>
                <a:spcPct val="150000"/>
              </a:lnSpc>
              <a:spcBef>
                <a:spcPts val="0"/>
              </a:spcBef>
              <a:buFont typeface="Wingdings" pitchFamily="2" charset="2"/>
              <a:buChar char="n"/>
              <a:defRPr/>
            </a:pPr>
            <a:r>
              <a:rPr lang="zh-CN" altLang="en-US" sz="2000" dirty="0" smtClean="0">
                <a:solidFill>
                  <a:srgbClr val="0D0D0D"/>
                </a:solidFill>
                <a:latin typeface="+mn-ea"/>
                <a:ea typeface="+mn-ea"/>
              </a:rPr>
              <a:t>请购时还可提供建议供应商供参考</a:t>
            </a:r>
            <a:endParaRPr lang="zh-CN" altLang="en-US" sz="2000" dirty="0">
              <a:solidFill>
                <a:srgbClr val="0D0D0D"/>
              </a:solidFill>
              <a:latin typeface="+mn-ea"/>
              <a:ea typeface="+mn-ea"/>
            </a:endParaRPr>
          </a:p>
        </p:txBody>
      </p:sp>
      <p:sp>
        <p:nvSpPr>
          <p:cNvPr id="56326" name="文字方塊 1"/>
          <p:cNvSpPr txBox="1">
            <a:spLocks noChangeArrowheads="1"/>
          </p:cNvSpPr>
          <p:nvPr/>
        </p:nvSpPr>
        <p:spPr bwMode="auto">
          <a:xfrm>
            <a:off x="0" y="428625"/>
            <a:ext cx="9144000" cy="646113"/>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日常作业操作</a:t>
            </a:r>
            <a:r>
              <a:rPr lang="zh-TW" altLang="en-US" sz="3600" b="1" dirty="0" smtClean="0">
                <a:latin typeface="Microsoft JhengHei" pitchFamily="34" charset="-120"/>
                <a:ea typeface="Microsoft JhengHei" pitchFamily="34" charset="-120"/>
              </a:rPr>
              <a:t>－</a:t>
            </a:r>
            <a:r>
              <a:rPr lang="zh-CN" altLang="en-US" sz="3600" b="1" dirty="0" smtClean="0">
                <a:latin typeface="Microsoft JhengHei" pitchFamily="34" charset="-120"/>
                <a:ea typeface="Microsoft JhengHei" pitchFamily="34" charset="-120"/>
              </a:rPr>
              <a:t>维护请购单</a:t>
            </a:r>
            <a:endParaRPr lang="zh-TW" altLang="en-US" sz="3600" b="1" dirty="0">
              <a:latin typeface="Microsoft JhengHei" pitchFamily="34" charset="-120"/>
              <a:ea typeface="Microsoft JhengHei" pitchFamily="34" charset="-120"/>
            </a:endParaRPr>
          </a:p>
        </p:txBody>
      </p:sp>
      <p:pic>
        <p:nvPicPr>
          <p:cNvPr id="2" name="图片 1"/>
          <p:cNvPicPr>
            <a:picLocks noChangeAspect="1"/>
          </p:cNvPicPr>
          <p:nvPr/>
        </p:nvPicPr>
        <p:blipFill>
          <a:blip r:embed="rId1"/>
          <a:stretch>
            <a:fillRect/>
          </a:stretch>
        </p:blipFill>
        <p:spPr>
          <a:xfrm>
            <a:off x="107950" y="2637155"/>
            <a:ext cx="8923655" cy="3504565"/>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1908175" y="665163"/>
            <a:ext cx="7235825" cy="646112"/>
          </a:xfrm>
          <a:prstGeom prst="rect">
            <a:avLst/>
          </a:prstGeom>
          <a:noFill/>
        </p:spPr>
        <p:txBody>
          <a:bodyPr>
            <a:spAutoFit/>
          </a:bodyPr>
          <a:lstStyle/>
          <a:p>
            <a:pPr>
              <a:defRPr/>
            </a:pPr>
            <a:r>
              <a:rPr lang="zh-TW" altLang="en-US" sz="3600" dirty="0">
                <a:solidFill>
                  <a:schemeClr val="bg1"/>
                </a:solidFill>
                <a:effectLst>
                  <a:outerShdw blurRad="38100" dist="38100" dir="2700000" algn="tl">
                    <a:srgbClr val="C0C0C0"/>
                  </a:outerShdw>
                </a:effectLst>
                <a:latin typeface="Microsoft JhengHei" pitchFamily="34" charset="-120"/>
                <a:ea typeface="Microsoft JhengHei" pitchFamily="34" charset="-120"/>
              </a:rPr>
              <a:t>内容大纲</a:t>
            </a:r>
            <a:endParaRPr lang="zh-TW" altLang="zh-TW" sz="3600" dirty="0">
              <a:solidFill>
                <a:schemeClr val="bg1"/>
              </a:solidFill>
              <a:effectLst>
                <a:outerShdw blurRad="38100" dist="38100" dir="2700000" algn="tl">
                  <a:srgbClr val="C0C0C0"/>
                </a:outerShdw>
              </a:effectLst>
              <a:latin typeface="Microsoft JhengHei" pitchFamily="34" charset="-120"/>
              <a:ea typeface="Microsoft JhengHei" pitchFamily="34" charset="-120"/>
            </a:endParaRPr>
          </a:p>
        </p:txBody>
      </p:sp>
      <p:sp>
        <p:nvSpPr>
          <p:cNvPr id="8" name="矩形 7"/>
          <p:cNvSpPr/>
          <p:nvPr/>
        </p:nvSpPr>
        <p:spPr>
          <a:xfrm>
            <a:off x="539750" y="1773238"/>
            <a:ext cx="8135938" cy="4751387"/>
          </a:xfrm>
          <a:prstGeom prst="rect">
            <a:avLst/>
          </a:prstGeom>
          <a:noFill/>
          <a:ln>
            <a:solidFill>
              <a:srgbClr val="CE342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solidFill>
                <a:srgbClr val="FFFFFF"/>
              </a:solidFill>
            </a:endParaRPr>
          </a:p>
        </p:txBody>
      </p:sp>
      <p:pic>
        <p:nvPicPr>
          <p:cNvPr id="58372" name="圖片 8" descr="數字價值_P.png"/>
          <p:cNvPicPr>
            <a:picLocks noChangeAspect="1"/>
          </p:cNvPicPr>
          <p:nvPr/>
        </p:nvPicPr>
        <p:blipFill>
          <a:blip r:embed="rId1"/>
          <a:srcRect/>
          <a:stretch>
            <a:fillRect/>
          </a:stretch>
        </p:blipFill>
        <p:spPr bwMode="auto">
          <a:xfrm>
            <a:off x="4787900" y="4652963"/>
            <a:ext cx="3268663" cy="720725"/>
          </a:xfrm>
          <a:prstGeom prst="rect">
            <a:avLst/>
          </a:prstGeom>
          <a:noFill/>
          <a:ln w="9525">
            <a:noFill/>
            <a:miter lim="800000"/>
            <a:headEnd/>
            <a:tailEnd/>
          </a:ln>
        </p:spPr>
      </p:pic>
      <p:sp>
        <p:nvSpPr>
          <p:cNvPr id="9" name="矩形 8"/>
          <p:cNvSpPr/>
          <p:nvPr/>
        </p:nvSpPr>
        <p:spPr>
          <a:xfrm>
            <a:off x="1071563" y="1928813"/>
            <a:ext cx="6215062" cy="3108325"/>
          </a:xfrm>
          <a:prstGeom prst="rect">
            <a:avLst/>
          </a:prstGeom>
        </p:spPr>
        <p:txBody>
          <a:bodyPr>
            <a:spAutoFit/>
          </a:bodyPr>
          <a:lstStyle/>
          <a:p>
            <a:pPr lvl="1">
              <a:buFont typeface="Wingdings" pitchFamily="2" charset="2"/>
              <a:buChar char="n"/>
              <a:defRPr/>
            </a:pPr>
            <a:r>
              <a:rPr lang="zh-CN" altLang="en-US" sz="2800" dirty="0">
                <a:solidFill>
                  <a:srgbClr val="0D0D0D"/>
                </a:solidFill>
                <a:latin typeface="黑体" pitchFamily="2" charset="-122"/>
                <a:ea typeface="黑体" pitchFamily="2" charset="-122"/>
              </a:rPr>
              <a:t>系统概述</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系统主</a:t>
            </a:r>
            <a:r>
              <a:rPr lang="zh-TW" altLang="en-US" sz="2800" dirty="0">
                <a:solidFill>
                  <a:srgbClr val="0D0D0D"/>
                </a:solidFill>
                <a:latin typeface="黑体" pitchFamily="2" charset="-122"/>
                <a:ea typeface="黑体" pitchFamily="2" charset="-122"/>
              </a:rPr>
              <a:t>作业</a:t>
            </a:r>
            <a:r>
              <a:rPr lang="zh-CN" altLang="en-US" sz="2800" dirty="0">
                <a:solidFill>
                  <a:srgbClr val="0D0D0D"/>
                </a:solidFill>
                <a:latin typeface="黑体" pitchFamily="2" charset="-122"/>
                <a:ea typeface="黑体" pitchFamily="2" charset="-122"/>
              </a:rPr>
              <a:t>流程说明</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基础资料准备</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smtClean="0">
                <a:solidFill>
                  <a:srgbClr val="0D0D0D"/>
                </a:solidFill>
                <a:latin typeface="黑体" pitchFamily="2" charset="-122"/>
                <a:ea typeface="黑体" pitchFamily="2" charset="-122"/>
              </a:rPr>
              <a:t>日常作业操作</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chemeClr val="tx2">
                    <a:lumMod val="60000"/>
                    <a:lumOff val="40000"/>
                  </a:schemeClr>
                </a:solidFill>
                <a:latin typeface="黑体" pitchFamily="2" charset="-122"/>
                <a:ea typeface="黑体" pitchFamily="2" charset="-122"/>
              </a:rPr>
              <a:t>管理报表应用说明</a:t>
            </a:r>
            <a:endParaRPr lang="zh-CN" altLang="en-US" sz="2800" dirty="0">
              <a:solidFill>
                <a:schemeClr val="tx2">
                  <a:lumMod val="60000"/>
                  <a:lumOff val="40000"/>
                </a:schemeClr>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期初开账资料准备说明</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实例操作讲解</a:t>
            </a:r>
            <a:endParaRPr lang="zh-CN" altLang="en-US" sz="2800" dirty="0">
              <a:solidFill>
                <a:srgbClr val="0D0D0D"/>
              </a:solidFill>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文字方塊 1"/>
          <p:cNvSpPr txBox="1">
            <a:spLocks noChangeArrowheads="1"/>
          </p:cNvSpPr>
          <p:nvPr/>
        </p:nvSpPr>
        <p:spPr bwMode="auto">
          <a:xfrm>
            <a:off x="0" y="715963"/>
            <a:ext cx="9144000" cy="646112"/>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管理报表</a:t>
            </a:r>
            <a:r>
              <a:rPr lang="zh-TW" altLang="en-US" sz="3600" b="1" dirty="0" smtClean="0">
                <a:latin typeface="Microsoft JhengHei" pitchFamily="34" charset="-120"/>
                <a:ea typeface="Microsoft JhengHei" pitchFamily="34" charset="-120"/>
              </a:rPr>
              <a:t>明细</a:t>
            </a:r>
            <a:endParaRPr lang="zh-TW" altLang="en-US" sz="3600" b="1" dirty="0">
              <a:latin typeface="Microsoft JhengHei" pitchFamily="34" charset="-120"/>
              <a:ea typeface="Microsoft JhengHei" pitchFamily="34" charset="-120"/>
            </a:endParaRPr>
          </a:p>
        </p:txBody>
      </p:sp>
      <p:sp>
        <p:nvSpPr>
          <p:cNvPr id="6" name="矩形 5"/>
          <p:cNvSpPr/>
          <p:nvPr/>
        </p:nvSpPr>
        <p:spPr>
          <a:xfrm>
            <a:off x="515938" y="1484313"/>
            <a:ext cx="8135937" cy="5040312"/>
          </a:xfrm>
          <a:prstGeom prst="rect">
            <a:avLst/>
          </a:prstGeom>
          <a:noFill/>
          <a:ln>
            <a:solidFill>
              <a:srgbClr val="CE342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solidFill>
                <a:srgbClr val="FFFFFF"/>
              </a:solidFill>
            </a:endParaRPr>
          </a:p>
        </p:txBody>
      </p:sp>
      <p:sp>
        <p:nvSpPr>
          <p:cNvPr id="60420" name="TextBox 4"/>
          <p:cNvSpPr txBox="1">
            <a:spLocks noChangeArrowheads="1"/>
          </p:cNvSpPr>
          <p:nvPr/>
        </p:nvSpPr>
        <p:spPr bwMode="auto">
          <a:xfrm>
            <a:off x="642938" y="1643063"/>
            <a:ext cx="7000875" cy="2377440"/>
          </a:xfrm>
          <a:prstGeom prst="rect">
            <a:avLst/>
          </a:prstGeom>
          <a:noFill/>
          <a:ln w="9525">
            <a:noFill/>
            <a:miter lim="800000"/>
          </a:ln>
        </p:spPr>
        <p:txBody>
          <a:bodyPr>
            <a:spAutoFit/>
          </a:bodyPr>
          <a:lstStyle/>
          <a:p>
            <a:pPr indent="-457200">
              <a:lnSpc>
                <a:spcPct val="150000"/>
              </a:lnSpc>
              <a:buFont typeface="Wingdings" pitchFamily="2" charset="2"/>
              <a:buChar char="n"/>
            </a:pP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用量清单</a:t>
            </a:r>
            <a:r>
              <a:rPr lang="en-US" altLang="zh-CN"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单阶</a:t>
            </a:r>
            <a:r>
              <a:rPr lang="en-US" altLang="zh-CN"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多阶</a:t>
            </a:r>
            <a:r>
              <a:rPr lang="en-US" altLang="zh-CN"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尾阶</a:t>
            </a:r>
            <a:r>
              <a:rPr lang="en-US" altLang="zh-CN" sz="2000" dirty="0" smtClean="0">
                <a:latin typeface="微软雅黑" pitchFamily="34" charset="-122"/>
                <a:ea typeface="微软雅黑" pitchFamily="34" charset="-122"/>
              </a:rPr>
              <a:t>)</a:t>
            </a:r>
            <a:endParaRPr lang="en-US" altLang="zh-CN" sz="2000" dirty="0" smtClean="0">
              <a:latin typeface="微软雅黑" pitchFamily="34" charset="-122"/>
              <a:ea typeface="微软雅黑" pitchFamily="34" charset="-122"/>
            </a:endParaRPr>
          </a:p>
          <a:p>
            <a:pPr indent="-457200">
              <a:lnSpc>
                <a:spcPct val="150000"/>
              </a:lnSpc>
              <a:buFont typeface="Wingdings" pitchFamily="2" charset="2"/>
              <a:buChar char="n"/>
            </a:pP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用途清单</a:t>
            </a:r>
            <a:r>
              <a:rPr lang="en-US" altLang="zh-CN"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单阶</a:t>
            </a:r>
            <a:r>
              <a:rPr lang="en-US" altLang="zh-CN"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多阶</a:t>
            </a:r>
            <a:r>
              <a:rPr lang="en-US" altLang="zh-CN"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尾阶</a:t>
            </a:r>
            <a:r>
              <a:rPr lang="en-US" altLang="zh-CN" sz="2000" dirty="0" smtClean="0">
                <a:latin typeface="微软雅黑" pitchFamily="34" charset="-122"/>
                <a:ea typeface="微软雅黑" pitchFamily="34" charset="-122"/>
              </a:rPr>
              <a:t>)</a:t>
            </a:r>
            <a:endParaRPr lang="en-US" altLang="zh-CN" sz="2000" dirty="0" smtClean="0">
              <a:latin typeface="微软雅黑" pitchFamily="34" charset="-122"/>
              <a:ea typeface="微软雅黑" pitchFamily="34" charset="-122"/>
            </a:endParaRPr>
          </a:p>
          <a:p>
            <a:pPr indent="-457200">
              <a:lnSpc>
                <a:spcPct val="150000"/>
              </a:lnSpc>
              <a:buFont typeface="Wingdings" pitchFamily="2" charset="2"/>
              <a:buChar char="n"/>
            </a:pPr>
            <a:r>
              <a:rPr lang="zh-CN" altLang="en-US" sz="2000" dirty="0" smtClean="0">
                <a:latin typeface="微软雅黑" pitchFamily="34" charset="-122"/>
                <a:ea typeface="微软雅黑" pitchFamily="34" charset="-122"/>
              </a:rPr>
              <a:t>部门工作追踪表</a:t>
            </a:r>
            <a:endParaRPr lang="en-US" altLang="zh-CN" sz="2000" dirty="0" smtClean="0">
              <a:latin typeface="微软雅黑" pitchFamily="34" charset="-122"/>
              <a:ea typeface="微软雅黑" pitchFamily="34" charset="-122"/>
            </a:endParaRPr>
          </a:p>
          <a:p>
            <a:pPr indent="-457200">
              <a:lnSpc>
                <a:spcPct val="150000"/>
              </a:lnSpc>
              <a:buFont typeface="Wingdings" pitchFamily="2" charset="2"/>
              <a:buChar char="n"/>
            </a:pP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结构对比表</a:t>
            </a:r>
            <a:endParaRPr lang="en-US" altLang="zh-CN" sz="2000" dirty="0" smtClean="0">
              <a:latin typeface="微软雅黑" pitchFamily="34" charset="-122"/>
              <a:ea typeface="微软雅黑" pitchFamily="34" charset="-122"/>
            </a:endParaRPr>
          </a:p>
          <a:p>
            <a:pPr indent="-457200">
              <a:lnSpc>
                <a:spcPct val="150000"/>
              </a:lnSpc>
              <a:buFont typeface="Wingdings" pitchFamily="2" charset="2"/>
              <a:buChar char="n"/>
            </a:pP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模拟成本分析表</a:t>
            </a:r>
            <a:endParaRPr lang="zh-CN" altLang="en-US" sz="2000" dirty="0" smtClean="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755650" y="2277110"/>
            <a:ext cx="7821295" cy="4266565"/>
          </a:xfrm>
          <a:prstGeom prst="rect">
            <a:avLst/>
          </a:prstGeom>
        </p:spPr>
      </p:pic>
      <p:sp>
        <p:nvSpPr>
          <p:cNvPr id="62466" name="文字方塊 1"/>
          <p:cNvSpPr txBox="1">
            <a:spLocks noChangeArrowheads="1"/>
          </p:cNvSpPr>
          <p:nvPr/>
        </p:nvSpPr>
        <p:spPr bwMode="auto">
          <a:xfrm>
            <a:off x="0" y="715963"/>
            <a:ext cx="9144000" cy="646112"/>
          </a:xfrm>
          <a:prstGeom prst="rect">
            <a:avLst/>
          </a:prstGeom>
          <a:noFill/>
          <a:ln w="9525">
            <a:noFill/>
            <a:miter lim="800000"/>
          </a:ln>
        </p:spPr>
        <p:txBody>
          <a:bodyPr>
            <a:spAutoFit/>
          </a:bodyPr>
          <a:lstStyle/>
          <a:p>
            <a:pPr algn="ctr"/>
            <a:r>
              <a:rPr lang="en-US" altLang="zh-TW" sz="3600" b="1" dirty="0" smtClean="0">
                <a:latin typeface="Microsoft JhengHei" pitchFamily="34" charset="-120"/>
                <a:ea typeface="Microsoft JhengHei" pitchFamily="34" charset="-120"/>
              </a:rPr>
              <a:t>BOM</a:t>
            </a:r>
            <a:r>
              <a:rPr lang="zh-CN" altLang="en-US" sz="3600" b="1" dirty="0" smtClean="0">
                <a:latin typeface="Microsoft JhengHei" pitchFamily="34" charset="-120"/>
                <a:ea typeface="Microsoft JhengHei" pitchFamily="34" charset="-120"/>
              </a:rPr>
              <a:t>用量清单</a:t>
            </a:r>
            <a:r>
              <a:rPr lang="en-US" altLang="zh-CN" sz="3600" dirty="0" smtClean="0">
                <a:latin typeface="微软雅黑" pitchFamily="34" charset="-122"/>
                <a:ea typeface="微软雅黑" pitchFamily="34" charset="-122"/>
              </a:rPr>
              <a:t>(</a:t>
            </a:r>
            <a:r>
              <a:rPr lang="zh-CN" altLang="en-US" sz="3600" dirty="0" smtClean="0">
                <a:latin typeface="微软雅黑" pitchFamily="34" charset="-122"/>
                <a:ea typeface="微软雅黑" pitchFamily="34" charset="-122"/>
              </a:rPr>
              <a:t>单阶</a:t>
            </a:r>
            <a:r>
              <a:rPr lang="en-US" altLang="zh-CN" sz="3600" dirty="0" smtClean="0">
                <a:latin typeface="微软雅黑" pitchFamily="34" charset="-122"/>
                <a:ea typeface="微软雅黑" pitchFamily="34" charset="-122"/>
              </a:rPr>
              <a:t>/</a:t>
            </a:r>
            <a:r>
              <a:rPr lang="zh-CN" altLang="en-US" sz="3600" dirty="0" smtClean="0">
                <a:latin typeface="微软雅黑" pitchFamily="34" charset="-122"/>
                <a:ea typeface="微软雅黑" pitchFamily="34" charset="-122"/>
              </a:rPr>
              <a:t>多阶</a:t>
            </a:r>
            <a:r>
              <a:rPr lang="en-US" altLang="zh-CN" sz="3600" dirty="0" smtClean="0">
                <a:latin typeface="微软雅黑" pitchFamily="34" charset="-122"/>
                <a:ea typeface="微软雅黑" pitchFamily="34" charset="-122"/>
              </a:rPr>
              <a:t>/</a:t>
            </a:r>
            <a:r>
              <a:rPr lang="zh-CN" altLang="en-US" sz="3600" dirty="0" smtClean="0">
                <a:latin typeface="微软雅黑" pitchFamily="34" charset="-122"/>
                <a:ea typeface="微软雅黑" pitchFamily="34" charset="-122"/>
              </a:rPr>
              <a:t>尾阶</a:t>
            </a:r>
            <a:r>
              <a:rPr lang="en-US" altLang="zh-CN" sz="3600" dirty="0" smtClean="0">
                <a:latin typeface="微软雅黑" pitchFamily="34" charset="-122"/>
                <a:ea typeface="微软雅黑" pitchFamily="34" charset="-122"/>
              </a:rPr>
              <a:t>)</a:t>
            </a:r>
            <a:endParaRPr lang="zh-TW" altLang="en-US" sz="3600" b="1" dirty="0">
              <a:latin typeface="Microsoft JhengHei" pitchFamily="34" charset="-120"/>
              <a:ea typeface="Microsoft JhengHei" pitchFamily="34" charset="-120"/>
            </a:endParaRPr>
          </a:p>
        </p:txBody>
      </p:sp>
      <p:sp>
        <p:nvSpPr>
          <p:cNvPr id="4" name="TextBox 3"/>
          <p:cNvSpPr txBox="1">
            <a:spLocks noChangeArrowheads="1"/>
          </p:cNvSpPr>
          <p:nvPr/>
        </p:nvSpPr>
        <p:spPr bwMode="auto">
          <a:xfrm>
            <a:off x="468313" y="1341438"/>
            <a:ext cx="8424862" cy="707886"/>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：以单阶</a:t>
            </a:r>
            <a:r>
              <a:rPr lang="en-US" altLang="zh-CN"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多阶</a:t>
            </a:r>
            <a:r>
              <a:rPr lang="en-US" altLang="zh-CN"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尾阶方式向下展开</a:t>
            </a: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的内容</a:t>
            </a:r>
            <a:r>
              <a:rPr lang="en-US" altLang="zh-CN"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可以查看元件用量信息</a:t>
            </a:r>
            <a:r>
              <a:rPr lang="en-US" altLang="zh-CN"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并可同时查看取替代、多产出信息以及料件认可信息。</a:t>
            </a:r>
            <a:endParaRPr lang="zh-CN" altLang="en-US" sz="2000" dirty="0">
              <a:latin typeface="微软雅黑" pitchFamily="34" charset="-122"/>
              <a:ea typeface="微软雅黑" pitchFamily="34" charset="-122"/>
            </a:endParaRPr>
          </a:p>
        </p:txBody>
      </p:sp>
      <p:pic>
        <p:nvPicPr>
          <p:cNvPr id="2" name="图片 1"/>
          <p:cNvPicPr>
            <a:picLocks noChangeAspect="1"/>
          </p:cNvPicPr>
          <p:nvPr/>
        </p:nvPicPr>
        <p:blipFill>
          <a:blip r:embed="rId2"/>
          <a:stretch>
            <a:fillRect/>
          </a:stretch>
        </p:blipFill>
        <p:spPr>
          <a:xfrm>
            <a:off x="539750" y="2132965"/>
            <a:ext cx="8287385" cy="43656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115695" y="2349500"/>
            <a:ext cx="7472680" cy="4023995"/>
          </a:xfrm>
          <a:prstGeom prst="rect">
            <a:avLst/>
          </a:prstGeom>
        </p:spPr>
      </p:pic>
      <p:sp>
        <p:nvSpPr>
          <p:cNvPr id="62466" name="文字方塊 1"/>
          <p:cNvSpPr txBox="1">
            <a:spLocks noChangeArrowheads="1"/>
          </p:cNvSpPr>
          <p:nvPr/>
        </p:nvSpPr>
        <p:spPr bwMode="auto">
          <a:xfrm>
            <a:off x="0" y="715963"/>
            <a:ext cx="9144000" cy="646112"/>
          </a:xfrm>
          <a:prstGeom prst="rect">
            <a:avLst/>
          </a:prstGeom>
          <a:noFill/>
          <a:ln w="9525">
            <a:noFill/>
            <a:miter lim="800000"/>
          </a:ln>
        </p:spPr>
        <p:txBody>
          <a:bodyPr>
            <a:spAutoFit/>
          </a:bodyPr>
          <a:lstStyle/>
          <a:p>
            <a:pPr algn="ctr"/>
            <a:r>
              <a:rPr lang="en-US" altLang="zh-TW" sz="3600" b="1" dirty="0" smtClean="0">
                <a:latin typeface="Microsoft JhengHei" pitchFamily="34" charset="-120"/>
                <a:ea typeface="Microsoft JhengHei" pitchFamily="34" charset="-120"/>
              </a:rPr>
              <a:t>BOM</a:t>
            </a:r>
            <a:r>
              <a:rPr lang="zh-CN" altLang="en-US" sz="3600" b="1" dirty="0" smtClean="0">
                <a:latin typeface="Microsoft JhengHei" pitchFamily="34" charset="-120"/>
                <a:ea typeface="Microsoft JhengHei" pitchFamily="34" charset="-120"/>
              </a:rPr>
              <a:t>用途清单</a:t>
            </a:r>
            <a:r>
              <a:rPr lang="en-US" altLang="zh-CN" sz="3600" dirty="0" smtClean="0">
                <a:latin typeface="微软雅黑" pitchFamily="34" charset="-122"/>
                <a:ea typeface="微软雅黑" pitchFamily="34" charset="-122"/>
              </a:rPr>
              <a:t>(</a:t>
            </a:r>
            <a:r>
              <a:rPr lang="zh-CN" altLang="en-US" sz="3600" dirty="0" smtClean="0">
                <a:latin typeface="微软雅黑" pitchFamily="34" charset="-122"/>
                <a:ea typeface="微软雅黑" pitchFamily="34" charset="-122"/>
              </a:rPr>
              <a:t>单阶</a:t>
            </a:r>
            <a:r>
              <a:rPr lang="en-US" altLang="zh-CN" sz="3600" dirty="0" smtClean="0">
                <a:latin typeface="微软雅黑" pitchFamily="34" charset="-122"/>
                <a:ea typeface="微软雅黑" pitchFamily="34" charset="-122"/>
              </a:rPr>
              <a:t>/</a:t>
            </a:r>
            <a:r>
              <a:rPr lang="zh-CN" altLang="en-US" sz="3600" dirty="0" smtClean="0">
                <a:latin typeface="微软雅黑" pitchFamily="34" charset="-122"/>
                <a:ea typeface="微软雅黑" pitchFamily="34" charset="-122"/>
              </a:rPr>
              <a:t>多阶</a:t>
            </a:r>
            <a:r>
              <a:rPr lang="en-US" altLang="zh-CN" sz="3600" dirty="0" smtClean="0">
                <a:latin typeface="微软雅黑" pitchFamily="34" charset="-122"/>
                <a:ea typeface="微软雅黑" pitchFamily="34" charset="-122"/>
              </a:rPr>
              <a:t>/</a:t>
            </a:r>
            <a:r>
              <a:rPr lang="zh-CN" altLang="en-US" sz="3600" dirty="0" smtClean="0">
                <a:latin typeface="微软雅黑" pitchFamily="34" charset="-122"/>
                <a:ea typeface="微软雅黑" pitchFamily="34" charset="-122"/>
              </a:rPr>
              <a:t>尾阶</a:t>
            </a:r>
            <a:r>
              <a:rPr lang="en-US" altLang="zh-CN" sz="3600" dirty="0" smtClean="0">
                <a:latin typeface="微软雅黑" pitchFamily="34" charset="-122"/>
                <a:ea typeface="微软雅黑" pitchFamily="34" charset="-122"/>
              </a:rPr>
              <a:t>)</a:t>
            </a:r>
            <a:endParaRPr lang="zh-TW" altLang="en-US" sz="3600" b="1" dirty="0">
              <a:latin typeface="Microsoft JhengHei" pitchFamily="34" charset="-120"/>
              <a:ea typeface="Microsoft JhengHei" pitchFamily="34" charset="-120"/>
            </a:endParaRPr>
          </a:p>
        </p:txBody>
      </p:sp>
      <p:sp>
        <p:nvSpPr>
          <p:cNvPr id="4" name="TextBox 3"/>
          <p:cNvSpPr txBox="1">
            <a:spLocks noChangeArrowheads="1"/>
          </p:cNvSpPr>
          <p:nvPr/>
        </p:nvSpPr>
        <p:spPr bwMode="auto">
          <a:xfrm>
            <a:off x="468313" y="1341438"/>
            <a:ext cx="8424862" cy="707886"/>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：以单阶</a:t>
            </a:r>
            <a:r>
              <a:rPr lang="en-US" altLang="zh-CN"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多阶</a:t>
            </a:r>
            <a:r>
              <a:rPr lang="en-US" altLang="zh-CN"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尾阶方式向上追溯主件信息，可以查看品号在</a:t>
            </a:r>
            <a:r>
              <a:rPr lang="en-US" altLang="zh-CN"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中用途信息</a:t>
            </a:r>
            <a:r>
              <a:rPr lang="en-US" altLang="zh-CN"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并可同时查看取替代信息。</a:t>
            </a:r>
            <a:endParaRPr lang="zh-CN" altLang="en-US" sz="2000" dirty="0">
              <a:latin typeface="微软雅黑" pitchFamily="34" charset="-122"/>
              <a:ea typeface="微软雅黑" pitchFamily="34" charset="-122"/>
            </a:endParaRPr>
          </a:p>
        </p:txBody>
      </p:sp>
      <p:pic>
        <p:nvPicPr>
          <p:cNvPr id="3" name="图片 2"/>
          <p:cNvPicPr>
            <a:picLocks noChangeAspect="1"/>
          </p:cNvPicPr>
          <p:nvPr/>
        </p:nvPicPr>
        <p:blipFill>
          <a:blip r:embed="rId2"/>
          <a:stretch>
            <a:fillRect/>
          </a:stretch>
        </p:blipFill>
        <p:spPr>
          <a:xfrm>
            <a:off x="467360" y="2132965"/>
            <a:ext cx="8403590" cy="45015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1"/>
          <p:cNvSpPr txBox="1">
            <a:spLocks noChangeArrowheads="1"/>
          </p:cNvSpPr>
          <p:nvPr/>
        </p:nvSpPr>
        <p:spPr bwMode="auto">
          <a:xfrm>
            <a:off x="0" y="715963"/>
            <a:ext cx="9144000" cy="646112"/>
          </a:xfrm>
          <a:prstGeom prst="rect">
            <a:avLst/>
          </a:prstGeom>
          <a:noFill/>
          <a:ln w="9525">
            <a:noFill/>
            <a:miter lim="800000"/>
          </a:ln>
        </p:spPr>
        <p:txBody>
          <a:bodyPr>
            <a:spAutoFit/>
          </a:bodyPr>
          <a:lstStyle/>
          <a:p>
            <a:pPr algn="ctr"/>
            <a:r>
              <a:rPr lang="zh-CN" altLang="en-US" sz="3600" b="1" dirty="0" smtClean="0">
                <a:latin typeface="Microsoft JhengHei" pitchFamily="34" charset="-120"/>
                <a:ea typeface="Microsoft JhengHei" pitchFamily="34" charset="-120"/>
              </a:rPr>
              <a:t>部门工作追踪表</a:t>
            </a:r>
            <a:endParaRPr lang="zh-TW" altLang="en-US" sz="3600" b="1" dirty="0">
              <a:latin typeface="Microsoft JhengHei" pitchFamily="34" charset="-120"/>
              <a:ea typeface="Microsoft JhengHei" pitchFamily="34" charset="-120"/>
            </a:endParaRPr>
          </a:p>
        </p:txBody>
      </p:sp>
      <p:sp>
        <p:nvSpPr>
          <p:cNvPr id="4" name="TextBox 3"/>
          <p:cNvSpPr txBox="1">
            <a:spLocks noChangeArrowheads="1"/>
          </p:cNvSpPr>
          <p:nvPr/>
        </p:nvSpPr>
        <p:spPr bwMode="auto">
          <a:xfrm>
            <a:off x="468313" y="1341438"/>
            <a:ext cx="8424862" cy="707886"/>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：工厂变更需求提交后，需安排后续各相关部门的工作内容以及预计工期，通过此报表可跟踪工作的完成进度。</a:t>
            </a:r>
            <a:endParaRPr lang="zh-CN" altLang="en-US" sz="2000" dirty="0">
              <a:latin typeface="微软雅黑" pitchFamily="34" charset="-122"/>
              <a:ea typeface="微软雅黑" pitchFamily="34" charset="-122"/>
            </a:endParaRPr>
          </a:p>
        </p:txBody>
      </p:sp>
      <p:pic>
        <p:nvPicPr>
          <p:cNvPr id="2" name="图片 1"/>
          <p:cNvPicPr>
            <a:picLocks noChangeAspect="1"/>
          </p:cNvPicPr>
          <p:nvPr/>
        </p:nvPicPr>
        <p:blipFill>
          <a:blip r:embed="rId1"/>
          <a:stretch>
            <a:fillRect/>
          </a:stretch>
        </p:blipFill>
        <p:spPr>
          <a:xfrm>
            <a:off x="395605" y="2709545"/>
            <a:ext cx="8348345" cy="3408680"/>
          </a:xfrm>
          <a:prstGeom prst="rect">
            <a:avLst/>
          </a:prstGeom>
        </p:spPr>
      </p:pic>
      <p:pic>
        <p:nvPicPr>
          <p:cNvPr id="6" name="图片 5"/>
          <p:cNvPicPr>
            <a:picLocks noChangeAspect="1"/>
          </p:cNvPicPr>
          <p:nvPr/>
        </p:nvPicPr>
        <p:blipFill>
          <a:blip r:embed="rId2"/>
          <a:stretch>
            <a:fillRect/>
          </a:stretch>
        </p:blipFill>
        <p:spPr>
          <a:xfrm>
            <a:off x="179705" y="2493010"/>
            <a:ext cx="8746490" cy="36747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1"/>
          <p:cNvSpPr txBox="1">
            <a:spLocks noChangeArrowheads="1"/>
          </p:cNvSpPr>
          <p:nvPr/>
        </p:nvSpPr>
        <p:spPr bwMode="auto">
          <a:xfrm>
            <a:off x="0" y="715963"/>
            <a:ext cx="9144000" cy="646112"/>
          </a:xfrm>
          <a:prstGeom prst="rect">
            <a:avLst/>
          </a:prstGeom>
          <a:noFill/>
          <a:ln w="9525">
            <a:noFill/>
            <a:miter lim="800000"/>
          </a:ln>
        </p:spPr>
        <p:txBody>
          <a:bodyPr>
            <a:spAutoFit/>
          </a:bodyPr>
          <a:lstStyle/>
          <a:p>
            <a:pPr algn="ctr"/>
            <a:r>
              <a:rPr lang="en-US" altLang="zh-TW" sz="3600" b="1" dirty="0" smtClean="0">
                <a:latin typeface="Microsoft JhengHei" pitchFamily="34" charset="-120"/>
                <a:ea typeface="Microsoft JhengHei" pitchFamily="34" charset="-120"/>
              </a:rPr>
              <a:t>BOM</a:t>
            </a:r>
            <a:r>
              <a:rPr lang="zh-CN" altLang="en-US" sz="3600" b="1" dirty="0" smtClean="0">
                <a:latin typeface="Microsoft JhengHei" pitchFamily="34" charset="-120"/>
                <a:ea typeface="Microsoft JhengHei" pitchFamily="34" charset="-120"/>
              </a:rPr>
              <a:t>结构对比表</a:t>
            </a:r>
            <a:endParaRPr lang="zh-TW" altLang="en-US" sz="3600" b="1" dirty="0">
              <a:latin typeface="Microsoft JhengHei" pitchFamily="34" charset="-120"/>
              <a:ea typeface="Microsoft JhengHei" pitchFamily="34" charset="-120"/>
            </a:endParaRPr>
          </a:p>
        </p:txBody>
      </p:sp>
      <p:sp>
        <p:nvSpPr>
          <p:cNvPr id="4" name="TextBox 3"/>
          <p:cNvSpPr txBox="1">
            <a:spLocks noChangeArrowheads="1"/>
          </p:cNvSpPr>
          <p:nvPr/>
        </p:nvSpPr>
        <p:spPr bwMode="auto">
          <a:xfrm>
            <a:off x="468313" y="1341438"/>
            <a:ext cx="8424862" cy="707886"/>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：可以对比两个</a:t>
            </a:r>
            <a:r>
              <a:rPr lang="en-US" altLang="en-US" sz="2000" dirty="0" smtClean="0">
                <a:latin typeface="微软雅黑" pitchFamily="34" charset="-122"/>
                <a:ea typeface="微软雅黑" pitchFamily="34" charset="-122"/>
              </a:rPr>
              <a:t>BOM</a:t>
            </a:r>
            <a:r>
              <a:rPr lang="zh-CN" altLang="en-US" sz="2000" dirty="0" smtClean="0">
                <a:latin typeface="微软雅黑" pitchFamily="34" charset="-122"/>
                <a:ea typeface="微软雅黑" pitchFamily="34" charset="-122"/>
              </a:rPr>
              <a:t>主件中不同元件品号或相同主件品号不同特征码的用料差异。可选择单阶或尾阶对比。</a:t>
            </a:r>
            <a:endParaRPr lang="zh-CN" altLang="en-US" sz="2000" dirty="0">
              <a:latin typeface="微软雅黑" pitchFamily="34" charset="-122"/>
              <a:ea typeface="微软雅黑" pitchFamily="34" charset="-122"/>
            </a:endParaRPr>
          </a:p>
        </p:txBody>
      </p:sp>
      <p:pic>
        <p:nvPicPr>
          <p:cNvPr id="2" name="图片 1"/>
          <p:cNvPicPr>
            <a:picLocks noChangeAspect="1"/>
          </p:cNvPicPr>
          <p:nvPr/>
        </p:nvPicPr>
        <p:blipFill>
          <a:blip r:embed="rId1"/>
          <a:stretch>
            <a:fillRect/>
          </a:stretch>
        </p:blipFill>
        <p:spPr>
          <a:xfrm>
            <a:off x="755650" y="2637155"/>
            <a:ext cx="7442835" cy="3245485"/>
          </a:xfrm>
          <a:prstGeom prst="rect">
            <a:avLst/>
          </a:prstGeom>
        </p:spPr>
      </p:pic>
      <p:pic>
        <p:nvPicPr>
          <p:cNvPr id="5" name="图片 4"/>
          <p:cNvPicPr>
            <a:picLocks noChangeAspect="1"/>
          </p:cNvPicPr>
          <p:nvPr/>
        </p:nvPicPr>
        <p:blipFill>
          <a:blip r:embed="rId2"/>
          <a:stretch>
            <a:fillRect/>
          </a:stretch>
        </p:blipFill>
        <p:spPr>
          <a:xfrm>
            <a:off x="35560" y="2637790"/>
            <a:ext cx="9076690" cy="32067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1"/>
          <p:cNvSpPr txBox="1">
            <a:spLocks noChangeArrowheads="1"/>
          </p:cNvSpPr>
          <p:nvPr/>
        </p:nvSpPr>
        <p:spPr bwMode="auto">
          <a:xfrm>
            <a:off x="0" y="428943"/>
            <a:ext cx="9144000" cy="680720"/>
          </a:xfrm>
          <a:prstGeom prst="rect">
            <a:avLst/>
          </a:prstGeom>
          <a:noFill/>
          <a:ln w="9525">
            <a:noFill/>
            <a:miter lim="800000"/>
          </a:ln>
        </p:spPr>
        <p:txBody>
          <a:bodyPr>
            <a:spAutoFit/>
          </a:bodyPr>
          <a:lstStyle/>
          <a:p>
            <a:pPr algn="ctr"/>
            <a:r>
              <a:rPr lang="en-US" altLang="zh-TW" sz="3600" b="1" dirty="0" smtClean="0">
                <a:latin typeface="Microsoft JhengHei" pitchFamily="34" charset="-120"/>
                <a:ea typeface="Microsoft JhengHei" pitchFamily="34" charset="-120"/>
              </a:rPr>
              <a:t>BOM</a:t>
            </a:r>
            <a:r>
              <a:rPr lang="zh-CN" altLang="en-US" sz="3600" b="1" dirty="0" smtClean="0">
                <a:latin typeface="Microsoft JhengHei" pitchFamily="34" charset="-120"/>
                <a:ea typeface="宋体" charset="0"/>
              </a:rPr>
              <a:t>模拟成本分析表</a:t>
            </a:r>
            <a:endParaRPr lang="zh-CN" altLang="en-US" sz="3600" b="1" dirty="0" smtClean="0">
              <a:latin typeface="Microsoft JhengHei" pitchFamily="34" charset="-120"/>
              <a:ea typeface="宋体" charset="0"/>
            </a:endParaRPr>
          </a:p>
        </p:txBody>
      </p:sp>
      <p:sp>
        <p:nvSpPr>
          <p:cNvPr id="4" name="TextBox 3"/>
          <p:cNvSpPr txBox="1">
            <a:spLocks noChangeArrowheads="1"/>
          </p:cNvSpPr>
          <p:nvPr/>
        </p:nvSpPr>
        <p:spPr bwMode="auto">
          <a:xfrm>
            <a:off x="179388" y="981393"/>
            <a:ext cx="8424862" cy="417830"/>
          </a:xfrm>
          <a:prstGeom prst="rect">
            <a:avLst/>
          </a:prstGeom>
          <a:noFill/>
          <a:ln w="9525">
            <a:noFill/>
            <a:miter lim="800000"/>
          </a:ln>
        </p:spPr>
        <p:txBody>
          <a:bodyPr>
            <a:spAutoFit/>
          </a:bodyPr>
          <a:lstStyle/>
          <a:p>
            <a:r>
              <a:rPr lang="zh-CN" altLang="en-US" sz="2000" dirty="0">
                <a:latin typeface="微软雅黑" pitchFamily="34" charset="-122"/>
                <a:ea typeface="微软雅黑" pitchFamily="34" charset="-122"/>
              </a:rPr>
              <a:t>作业目的</a:t>
            </a:r>
            <a:r>
              <a:rPr lang="zh-CN" altLang="en-US"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sym typeface="+mn-ea"/>
              </a:rPr>
              <a:t>允许选择多个模拟维度进行模拟，并对结果进行对比分析</a:t>
            </a:r>
            <a:endParaRPr lang="zh-CN" altLang="en-US" sz="2000" dirty="0">
              <a:latin typeface="微软雅黑" pitchFamily="34" charset="-122"/>
              <a:ea typeface="微软雅黑" pitchFamily="34" charset="-122"/>
            </a:endParaRPr>
          </a:p>
        </p:txBody>
      </p:sp>
      <p:pic>
        <p:nvPicPr>
          <p:cNvPr id="6" name="图片 5"/>
          <p:cNvPicPr>
            <a:picLocks noChangeAspect="1"/>
          </p:cNvPicPr>
          <p:nvPr/>
        </p:nvPicPr>
        <p:blipFill>
          <a:blip r:embed="rId1"/>
          <a:stretch>
            <a:fillRect/>
          </a:stretch>
        </p:blipFill>
        <p:spPr>
          <a:xfrm>
            <a:off x="539750" y="1916430"/>
            <a:ext cx="8221345" cy="4335145"/>
          </a:xfrm>
          <a:prstGeom prst="rect">
            <a:avLst/>
          </a:prstGeom>
        </p:spPr>
      </p:pic>
      <p:pic>
        <p:nvPicPr>
          <p:cNvPr id="7" name="图片 6"/>
          <p:cNvPicPr>
            <a:picLocks noChangeAspect="1"/>
          </p:cNvPicPr>
          <p:nvPr/>
        </p:nvPicPr>
        <p:blipFill>
          <a:blip r:embed="rId2"/>
          <a:stretch>
            <a:fillRect/>
          </a:stretch>
        </p:blipFill>
        <p:spPr>
          <a:xfrm>
            <a:off x="467898" y="1700395"/>
            <a:ext cx="8451947" cy="50185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1908175" y="665163"/>
            <a:ext cx="7235825" cy="646112"/>
          </a:xfrm>
          <a:prstGeom prst="rect">
            <a:avLst/>
          </a:prstGeom>
          <a:noFill/>
        </p:spPr>
        <p:txBody>
          <a:bodyPr>
            <a:spAutoFit/>
          </a:bodyPr>
          <a:lstStyle/>
          <a:p>
            <a:pPr>
              <a:defRPr/>
            </a:pPr>
            <a:r>
              <a:rPr lang="zh-TW" altLang="en-US" sz="3600" dirty="0">
                <a:solidFill>
                  <a:schemeClr val="bg1"/>
                </a:solidFill>
                <a:effectLst>
                  <a:outerShdw blurRad="38100" dist="38100" dir="2700000" algn="tl">
                    <a:srgbClr val="C0C0C0"/>
                  </a:outerShdw>
                </a:effectLst>
                <a:latin typeface="Microsoft JhengHei" pitchFamily="34" charset="-120"/>
                <a:ea typeface="Microsoft JhengHei" pitchFamily="34" charset="-120"/>
              </a:rPr>
              <a:t>内容大纲</a:t>
            </a:r>
            <a:endParaRPr lang="zh-TW" altLang="zh-TW" sz="3600" dirty="0">
              <a:solidFill>
                <a:schemeClr val="bg1"/>
              </a:solidFill>
              <a:effectLst>
                <a:outerShdw blurRad="38100" dist="38100" dir="2700000" algn="tl">
                  <a:srgbClr val="C0C0C0"/>
                </a:outerShdw>
              </a:effectLst>
              <a:latin typeface="Microsoft JhengHei" pitchFamily="34" charset="-120"/>
              <a:ea typeface="Microsoft JhengHei" pitchFamily="34" charset="-120"/>
            </a:endParaRPr>
          </a:p>
        </p:txBody>
      </p:sp>
      <p:sp>
        <p:nvSpPr>
          <p:cNvPr id="8" name="矩形 7"/>
          <p:cNvSpPr/>
          <p:nvPr/>
        </p:nvSpPr>
        <p:spPr>
          <a:xfrm>
            <a:off x="539750" y="1773238"/>
            <a:ext cx="8135938" cy="4751387"/>
          </a:xfrm>
          <a:prstGeom prst="rect">
            <a:avLst/>
          </a:prstGeom>
          <a:noFill/>
          <a:ln>
            <a:solidFill>
              <a:srgbClr val="CE342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solidFill>
                <a:srgbClr val="FFFFFF"/>
              </a:solidFill>
            </a:endParaRPr>
          </a:p>
        </p:txBody>
      </p:sp>
      <p:pic>
        <p:nvPicPr>
          <p:cNvPr id="63492" name="圖片 8" descr="數字價值_P.png"/>
          <p:cNvPicPr>
            <a:picLocks noChangeAspect="1"/>
          </p:cNvPicPr>
          <p:nvPr/>
        </p:nvPicPr>
        <p:blipFill>
          <a:blip r:embed="rId1"/>
          <a:srcRect/>
          <a:stretch>
            <a:fillRect/>
          </a:stretch>
        </p:blipFill>
        <p:spPr bwMode="auto">
          <a:xfrm>
            <a:off x="4787900" y="4652963"/>
            <a:ext cx="3268663" cy="720725"/>
          </a:xfrm>
          <a:prstGeom prst="rect">
            <a:avLst/>
          </a:prstGeom>
          <a:noFill/>
          <a:ln w="9525">
            <a:noFill/>
            <a:miter lim="800000"/>
            <a:headEnd/>
            <a:tailEnd/>
          </a:ln>
        </p:spPr>
      </p:pic>
      <p:sp>
        <p:nvSpPr>
          <p:cNvPr id="9" name="矩形 8"/>
          <p:cNvSpPr/>
          <p:nvPr/>
        </p:nvSpPr>
        <p:spPr>
          <a:xfrm>
            <a:off x="1071563" y="1928813"/>
            <a:ext cx="6215062" cy="3108325"/>
          </a:xfrm>
          <a:prstGeom prst="rect">
            <a:avLst/>
          </a:prstGeom>
        </p:spPr>
        <p:txBody>
          <a:bodyPr>
            <a:spAutoFit/>
          </a:bodyPr>
          <a:lstStyle/>
          <a:p>
            <a:pPr lvl="1">
              <a:buFont typeface="Wingdings" pitchFamily="2" charset="2"/>
              <a:buChar char="n"/>
              <a:defRPr/>
            </a:pPr>
            <a:r>
              <a:rPr lang="zh-CN" altLang="en-US" sz="2800" dirty="0">
                <a:solidFill>
                  <a:srgbClr val="0D0D0D"/>
                </a:solidFill>
                <a:latin typeface="黑体" pitchFamily="2" charset="-122"/>
                <a:ea typeface="黑体" pitchFamily="2" charset="-122"/>
              </a:rPr>
              <a:t>系统概述</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系统主</a:t>
            </a:r>
            <a:r>
              <a:rPr lang="zh-TW" altLang="en-US" sz="2800" dirty="0">
                <a:solidFill>
                  <a:srgbClr val="0D0D0D"/>
                </a:solidFill>
                <a:latin typeface="黑体" pitchFamily="2" charset="-122"/>
                <a:ea typeface="黑体" pitchFamily="2" charset="-122"/>
              </a:rPr>
              <a:t>作业</a:t>
            </a:r>
            <a:r>
              <a:rPr lang="zh-CN" altLang="en-US" sz="2800" dirty="0">
                <a:solidFill>
                  <a:srgbClr val="0D0D0D"/>
                </a:solidFill>
                <a:latin typeface="黑体" pitchFamily="2" charset="-122"/>
                <a:ea typeface="黑体" pitchFamily="2" charset="-122"/>
              </a:rPr>
              <a:t>流程说明</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基础资料准备</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smtClean="0">
                <a:solidFill>
                  <a:srgbClr val="0D0D0D"/>
                </a:solidFill>
                <a:latin typeface="黑体" pitchFamily="2" charset="-122"/>
                <a:ea typeface="黑体" pitchFamily="2" charset="-122"/>
              </a:rPr>
              <a:t>日常作业操作</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管理报表应用说明</a:t>
            </a:r>
            <a:endParaRPr lang="zh-CN" altLang="en-US"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chemeClr val="tx2">
                    <a:lumMod val="60000"/>
                    <a:lumOff val="40000"/>
                  </a:schemeClr>
                </a:solidFill>
                <a:latin typeface="黑体" pitchFamily="2" charset="-122"/>
                <a:ea typeface="黑体" pitchFamily="2" charset="-122"/>
              </a:rPr>
              <a:t>期初开账资料准备说明</a:t>
            </a:r>
            <a:endParaRPr lang="en-US" altLang="zh-CN" sz="2800" dirty="0">
              <a:solidFill>
                <a:schemeClr val="tx2">
                  <a:lumMod val="60000"/>
                  <a:lumOff val="40000"/>
                </a:schemeClr>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实例操作讲解</a:t>
            </a:r>
            <a:endParaRPr lang="zh-CN" altLang="en-US" sz="2800" dirty="0">
              <a:solidFill>
                <a:srgbClr val="0D0D0D"/>
              </a:solidFill>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文字方塊 1"/>
          <p:cNvSpPr txBox="1">
            <a:spLocks noChangeArrowheads="1"/>
          </p:cNvSpPr>
          <p:nvPr/>
        </p:nvSpPr>
        <p:spPr bwMode="auto">
          <a:xfrm>
            <a:off x="0" y="715963"/>
            <a:ext cx="9144000" cy="646112"/>
          </a:xfrm>
          <a:prstGeom prst="rect">
            <a:avLst/>
          </a:prstGeom>
          <a:noFill/>
          <a:ln w="9525">
            <a:noFill/>
            <a:miter lim="800000"/>
          </a:ln>
        </p:spPr>
        <p:txBody>
          <a:bodyPr>
            <a:spAutoFit/>
          </a:bodyPr>
          <a:lstStyle/>
          <a:p>
            <a:pPr algn="ctr"/>
            <a:r>
              <a:rPr lang="zh-TW" altLang="en-US" sz="3600" b="1" dirty="0">
                <a:latin typeface="Microsoft JhengHei" pitchFamily="34" charset="-120"/>
                <a:ea typeface="Microsoft JhengHei" pitchFamily="34" charset="-120"/>
              </a:rPr>
              <a:t>期初开帐资料准备</a:t>
            </a:r>
            <a:r>
              <a:rPr lang="zh-TW" altLang="en-US" sz="3600" b="1" dirty="0" smtClean="0">
                <a:latin typeface="Microsoft JhengHei" pitchFamily="34" charset="-120"/>
                <a:ea typeface="Microsoft JhengHei" pitchFamily="34" charset="-120"/>
              </a:rPr>
              <a:t>说明</a:t>
            </a:r>
            <a:endParaRPr lang="zh-TW" altLang="en-US" sz="3600" b="1" dirty="0">
              <a:latin typeface="Microsoft JhengHei" pitchFamily="34" charset="-120"/>
              <a:ea typeface="Microsoft JhengHei" pitchFamily="34" charset="-120"/>
            </a:endParaRPr>
          </a:p>
        </p:txBody>
      </p:sp>
      <p:sp>
        <p:nvSpPr>
          <p:cNvPr id="6" name="矩形 5"/>
          <p:cNvSpPr/>
          <p:nvPr/>
        </p:nvSpPr>
        <p:spPr>
          <a:xfrm>
            <a:off x="515938" y="1484313"/>
            <a:ext cx="8135937" cy="5040312"/>
          </a:xfrm>
          <a:prstGeom prst="rect">
            <a:avLst/>
          </a:prstGeom>
          <a:noFill/>
          <a:ln>
            <a:solidFill>
              <a:srgbClr val="CE342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solidFill>
                <a:srgbClr val="FFFFFF"/>
              </a:solidFill>
            </a:endParaRPr>
          </a:p>
        </p:txBody>
      </p:sp>
      <p:sp>
        <p:nvSpPr>
          <p:cNvPr id="65540" name="TextBox 6"/>
          <p:cNvSpPr txBox="1">
            <a:spLocks noChangeArrowheads="1"/>
          </p:cNvSpPr>
          <p:nvPr/>
        </p:nvSpPr>
        <p:spPr bwMode="auto">
          <a:xfrm>
            <a:off x="571500" y="1643063"/>
            <a:ext cx="8429625" cy="1338828"/>
          </a:xfrm>
          <a:prstGeom prst="rect">
            <a:avLst/>
          </a:prstGeom>
          <a:noFill/>
          <a:ln w="9525">
            <a:noFill/>
            <a:miter lim="800000"/>
          </a:ln>
        </p:spPr>
        <p:txBody>
          <a:bodyPr>
            <a:spAutoFit/>
          </a:bodyPr>
          <a:lstStyle/>
          <a:p>
            <a:pPr indent="-457200">
              <a:lnSpc>
                <a:spcPct val="150000"/>
              </a:lnSpc>
              <a:buFont typeface="Wingdings" pitchFamily="2" charset="2"/>
              <a:buChar char="n"/>
            </a:pPr>
            <a:r>
              <a:rPr lang="zh-CN" altLang="en-US" dirty="0" smtClean="0">
                <a:latin typeface="微软雅黑" pitchFamily="34" charset="-122"/>
                <a:ea typeface="微软雅黑" pitchFamily="34" charset="-122"/>
              </a:rPr>
              <a:t>维护企业的产品结构信息</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维护</a:t>
            </a:r>
            <a:r>
              <a:rPr lang="en-US" altLang="zh-CN" dirty="0" smtClean="0">
                <a:latin typeface="微软雅黑" pitchFamily="34" charset="-122"/>
                <a:ea typeface="微软雅黑" pitchFamily="34" charset="-122"/>
              </a:rPr>
              <a:t>BOM</a:t>
            </a:r>
            <a:endParaRPr lang="en-US" altLang="zh-CN" dirty="0" smtClean="0">
              <a:latin typeface="微软雅黑" pitchFamily="34" charset="-122"/>
              <a:ea typeface="微软雅黑" pitchFamily="34" charset="-122"/>
            </a:endParaRPr>
          </a:p>
          <a:p>
            <a:pPr indent="-457200">
              <a:lnSpc>
                <a:spcPct val="150000"/>
              </a:lnSpc>
              <a:buFont typeface="Wingdings" pitchFamily="2" charset="2"/>
              <a:buChar char="n"/>
            </a:pPr>
            <a:r>
              <a:rPr lang="zh-CN" altLang="en-US" dirty="0" smtClean="0">
                <a:latin typeface="微软雅黑" pitchFamily="34" charset="-122"/>
                <a:ea typeface="微软雅黑" pitchFamily="34" charset="-122"/>
              </a:rPr>
              <a:t>准备企业的产品配置模型</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维护自动配置模板、维护手动配置模板</a:t>
            </a:r>
            <a:endParaRPr lang="en-US" altLang="zh-CN" dirty="0">
              <a:latin typeface="微软雅黑" pitchFamily="34" charset="-122"/>
              <a:ea typeface="微软雅黑" pitchFamily="34" charset="-122"/>
            </a:endParaRPr>
          </a:p>
          <a:p>
            <a:pPr indent="-457200">
              <a:lnSpc>
                <a:spcPct val="150000"/>
              </a:lnSpc>
              <a:buFont typeface="Wingdings" pitchFamily="2" charset="2"/>
              <a:buChar char="n"/>
            </a:pPr>
            <a:r>
              <a:rPr lang="zh-CN" altLang="en-US" dirty="0" smtClean="0">
                <a:latin typeface="微软雅黑" pitchFamily="34" charset="-122"/>
                <a:ea typeface="微软雅黑" pitchFamily="34" charset="-122"/>
              </a:rPr>
              <a:t>建立产品配置的约束规则</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维护产品配置约束</a:t>
            </a:r>
            <a:endParaRPr lang="en-US" altLang="zh-CN"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1908175" y="665163"/>
            <a:ext cx="7235825" cy="646112"/>
          </a:xfrm>
          <a:prstGeom prst="rect">
            <a:avLst/>
          </a:prstGeom>
          <a:noFill/>
        </p:spPr>
        <p:txBody>
          <a:bodyPr>
            <a:spAutoFit/>
          </a:bodyPr>
          <a:lstStyle/>
          <a:p>
            <a:pPr>
              <a:defRPr/>
            </a:pPr>
            <a:r>
              <a:rPr lang="zh-TW" altLang="en-US" sz="3600" dirty="0">
                <a:solidFill>
                  <a:schemeClr val="bg1"/>
                </a:solidFill>
                <a:effectLst>
                  <a:outerShdw blurRad="38100" dist="38100" dir="2700000" algn="tl">
                    <a:srgbClr val="C0C0C0"/>
                  </a:outerShdw>
                </a:effectLst>
                <a:latin typeface="Microsoft JhengHei" pitchFamily="34" charset="-120"/>
                <a:ea typeface="Microsoft JhengHei" pitchFamily="34" charset="-120"/>
              </a:rPr>
              <a:t>内容大纲</a:t>
            </a:r>
            <a:endParaRPr lang="zh-TW" altLang="zh-TW" sz="3600" dirty="0">
              <a:solidFill>
                <a:schemeClr val="bg1"/>
              </a:solidFill>
              <a:effectLst>
                <a:outerShdw blurRad="38100" dist="38100" dir="2700000" algn="tl">
                  <a:srgbClr val="C0C0C0"/>
                </a:outerShdw>
              </a:effectLst>
              <a:latin typeface="Microsoft JhengHei" pitchFamily="34" charset="-120"/>
              <a:ea typeface="Microsoft JhengHei" pitchFamily="34" charset="-120"/>
            </a:endParaRPr>
          </a:p>
        </p:txBody>
      </p:sp>
      <p:sp>
        <p:nvSpPr>
          <p:cNvPr id="8" name="矩形 7"/>
          <p:cNvSpPr/>
          <p:nvPr/>
        </p:nvSpPr>
        <p:spPr>
          <a:xfrm>
            <a:off x="539750" y="1773238"/>
            <a:ext cx="8135938" cy="4751387"/>
          </a:xfrm>
          <a:prstGeom prst="rect">
            <a:avLst/>
          </a:prstGeom>
          <a:noFill/>
          <a:ln>
            <a:solidFill>
              <a:srgbClr val="CE342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solidFill>
                <a:srgbClr val="FFFFFF"/>
              </a:solidFill>
            </a:endParaRPr>
          </a:p>
        </p:txBody>
      </p:sp>
      <p:pic>
        <p:nvPicPr>
          <p:cNvPr id="66564" name="圖片 8" descr="數字價值_P.png"/>
          <p:cNvPicPr>
            <a:picLocks noChangeAspect="1"/>
          </p:cNvPicPr>
          <p:nvPr/>
        </p:nvPicPr>
        <p:blipFill>
          <a:blip r:embed="rId1"/>
          <a:srcRect/>
          <a:stretch>
            <a:fillRect/>
          </a:stretch>
        </p:blipFill>
        <p:spPr bwMode="auto">
          <a:xfrm>
            <a:off x="4787900" y="4652963"/>
            <a:ext cx="3268663" cy="720725"/>
          </a:xfrm>
          <a:prstGeom prst="rect">
            <a:avLst/>
          </a:prstGeom>
          <a:noFill/>
          <a:ln w="9525">
            <a:noFill/>
            <a:miter lim="800000"/>
            <a:headEnd/>
            <a:tailEnd/>
          </a:ln>
        </p:spPr>
      </p:pic>
      <p:sp>
        <p:nvSpPr>
          <p:cNvPr id="9" name="矩形 8"/>
          <p:cNvSpPr/>
          <p:nvPr/>
        </p:nvSpPr>
        <p:spPr>
          <a:xfrm>
            <a:off x="1071563" y="1928813"/>
            <a:ext cx="6215062" cy="3108325"/>
          </a:xfrm>
          <a:prstGeom prst="rect">
            <a:avLst/>
          </a:prstGeom>
        </p:spPr>
        <p:txBody>
          <a:bodyPr>
            <a:spAutoFit/>
          </a:bodyPr>
          <a:lstStyle/>
          <a:p>
            <a:pPr lvl="1">
              <a:buFont typeface="Wingdings" pitchFamily="2" charset="2"/>
              <a:buChar char="n"/>
              <a:defRPr/>
            </a:pPr>
            <a:r>
              <a:rPr lang="zh-CN" altLang="en-US" sz="2800" dirty="0">
                <a:solidFill>
                  <a:srgbClr val="0D0D0D"/>
                </a:solidFill>
                <a:latin typeface="黑体" pitchFamily="2" charset="-122"/>
                <a:ea typeface="黑体" pitchFamily="2" charset="-122"/>
              </a:rPr>
              <a:t>系统概述</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系统主</a:t>
            </a:r>
            <a:r>
              <a:rPr lang="zh-TW" altLang="en-US" sz="2800" dirty="0">
                <a:solidFill>
                  <a:srgbClr val="0D0D0D"/>
                </a:solidFill>
                <a:latin typeface="黑体" pitchFamily="2" charset="-122"/>
                <a:ea typeface="黑体" pitchFamily="2" charset="-122"/>
              </a:rPr>
              <a:t>作业</a:t>
            </a:r>
            <a:r>
              <a:rPr lang="zh-CN" altLang="en-US" sz="2800" dirty="0">
                <a:solidFill>
                  <a:srgbClr val="0D0D0D"/>
                </a:solidFill>
                <a:latin typeface="黑体" pitchFamily="2" charset="-122"/>
                <a:ea typeface="黑体" pitchFamily="2" charset="-122"/>
              </a:rPr>
              <a:t>流程说明</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基础资料准备</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smtClean="0">
                <a:solidFill>
                  <a:srgbClr val="0D0D0D"/>
                </a:solidFill>
                <a:latin typeface="黑体" pitchFamily="2" charset="-122"/>
                <a:ea typeface="黑体" pitchFamily="2" charset="-122"/>
              </a:rPr>
              <a:t>日常作业操作</a:t>
            </a:r>
            <a:endParaRPr lang="en-US" altLang="zh-CN"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solidFill>
                  <a:srgbClr val="0D0D0D"/>
                </a:solidFill>
                <a:latin typeface="黑体" pitchFamily="2" charset="-122"/>
                <a:ea typeface="黑体" pitchFamily="2" charset="-122"/>
              </a:rPr>
              <a:t>管理报表应用说明</a:t>
            </a:r>
            <a:endParaRPr lang="zh-CN" altLang="en-US" sz="2800" dirty="0">
              <a:solidFill>
                <a:srgbClr val="0D0D0D"/>
              </a:solidFill>
              <a:latin typeface="黑体" pitchFamily="2" charset="-122"/>
              <a:ea typeface="黑体" pitchFamily="2" charset="-122"/>
            </a:endParaRPr>
          </a:p>
          <a:p>
            <a:pPr lvl="1">
              <a:buFont typeface="Wingdings" pitchFamily="2" charset="2"/>
              <a:buChar char="n"/>
              <a:defRPr/>
            </a:pPr>
            <a:r>
              <a:rPr lang="zh-CN" altLang="en-US" sz="2800" dirty="0">
                <a:latin typeface="黑体" pitchFamily="2" charset="-122"/>
                <a:ea typeface="黑体" pitchFamily="2" charset="-122"/>
              </a:rPr>
              <a:t>期初开账资料准备说明</a:t>
            </a:r>
            <a:endParaRPr lang="en-US" altLang="zh-CN" sz="2800" dirty="0">
              <a:latin typeface="黑体" pitchFamily="2" charset="-122"/>
              <a:ea typeface="黑体" pitchFamily="2" charset="-122"/>
            </a:endParaRPr>
          </a:p>
          <a:p>
            <a:pPr lvl="1">
              <a:buFont typeface="Wingdings" pitchFamily="2" charset="2"/>
              <a:buChar char="n"/>
              <a:defRPr/>
            </a:pPr>
            <a:r>
              <a:rPr lang="zh-CN" altLang="en-US" sz="2800" dirty="0">
                <a:solidFill>
                  <a:schemeClr val="tx2">
                    <a:lumMod val="60000"/>
                    <a:lumOff val="40000"/>
                  </a:schemeClr>
                </a:solidFill>
                <a:latin typeface="黑体" pitchFamily="2" charset="-122"/>
                <a:ea typeface="黑体" pitchFamily="2" charset="-122"/>
              </a:rPr>
              <a:t>实例操作讲解</a:t>
            </a:r>
            <a:endParaRPr lang="zh-CN" altLang="en-US" sz="2800" dirty="0">
              <a:solidFill>
                <a:schemeClr val="tx2">
                  <a:lumMod val="60000"/>
                  <a:lumOff val="40000"/>
                </a:schemeClr>
              </a:solidFill>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3" descr="钟表"/>
          <p:cNvPicPr>
            <a:picLocks noChangeAspect="1" noChangeArrowheads="1"/>
          </p:cNvPicPr>
          <p:nvPr/>
        </p:nvPicPr>
        <p:blipFill>
          <a:blip r:embed="rId1" cstate="print"/>
          <a:srcRect/>
          <a:stretch>
            <a:fillRect/>
          </a:stretch>
        </p:blipFill>
        <p:spPr bwMode="auto">
          <a:xfrm>
            <a:off x="2770188" y="1268413"/>
            <a:ext cx="3241675" cy="3168650"/>
          </a:xfrm>
          <a:prstGeom prst="rect">
            <a:avLst/>
          </a:prstGeom>
          <a:noFill/>
          <a:ln w="9525">
            <a:noFill/>
            <a:miter lim="800000"/>
            <a:headEnd/>
            <a:tailEnd/>
          </a:ln>
        </p:spPr>
      </p:pic>
      <p:sp>
        <p:nvSpPr>
          <p:cNvPr id="19459" name="Text Box 4"/>
          <p:cNvSpPr txBox="1">
            <a:spLocks noChangeArrowheads="1"/>
          </p:cNvSpPr>
          <p:nvPr/>
        </p:nvSpPr>
        <p:spPr bwMode="auto">
          <a:xfrm>
            <a:off x="3519488" y="4611688"/>
            <a:ext cx="1916112" cy="923925"/>
          </a:xfrm>
          <a:prstGeom prst="rect">
            <a:avLst/>
          </a:prstGeom>
          <a:noFill/>
          <a:ln w="25400">
            <a:noFill/>
            <a:miter lim="800000"/>
          </a:ln>
        </p:spPr>
        <p:txBody>
          <a:bodyPr>
            <a:spAutoFit/>
          </a:bodyPr>
          <a:lstStyle/>
          <a:p>
            <a:r>
              <a:rPr lang="zh-CN" altLang="en-US" sz="5400" dirty="0">
                <a:solidFill>
                  <a:srgbClr val="CC00CC"/>
                </a:solidFill>
                <a:latin typeface="SimSun" pitchFamily="2" charset="-122"/>
                <a:ea typeface="SimSun" pitchFamily="2" charset="-122"/>
              </a:rPr>
              <a:t>谢谢</a:t>
            </a:r>
            <a:r>
              <a:rPr lang="en-US" altLang="zh-CN" sz="5400" dirty="0">
                <a:solidFill>
                  <a:srgbClr val="CC00CC"/>
                </a:solidFill>
                <a:latin typeface="SimSun" pitchFamily="2" charset="-122"/>
                <a:ea typeface="SimSun" pitchFamily="2" charset="-122"/>
              </a:rPr>
              <a:t>!</a:t>
            </a:r>
            <a:endParaRPr lang="en-US" altLang="zh-CN" sz="5400" dirty="0">
              <a:solidFill>
                <a:srgbClr val="CC00CC"/>
              </a:solidFill>
              <a:latin typeface="SimSun" pitchFamily="2" charset="-122"/>
              <a:ea typeface="SimSun" pitchFamily="2" charset="-122"/>
            </a:endParaRPr>
          </a:p>
        </p:txBody>
      </p:sp>
      <p:sp>
        <p:nvSpPr>
          <p:cNvPr id="19460" name="投影片編號版面配置區 2"/>
          <p:cNvSpPr txBox="1"/>
          <p:nvPr/>
        </p:nvSpPr>
        <p:spPr bwMode="auto">
          <a:xfrm>
            <a:off x="8550275" y="6383338"/>
            <a:ext cx="719138" cy="476250"/>
          </a:xfrm>
          <a:prstGeom prst="rect">
            <a:avLst/>
          </a:prstGeom>
          <a:noFill/>
          <a:ln w="9525">
            <a:noFill/>
            <a:miter lim="800000"/>
          </a:ln>
        </p:spPr>
        <p:txBody>
          <a:bodyPr/>
          <a:lstStyle/>
          <a:p>
            <a:fld id="{B4FB0D95-0CD9-4C51-89C9-D1C2F837DD99}" type="slidenum">
              <a:rPr lang="en-US" altLang="zh-TW"/>
            </a:fld>
            <a:endParaRPr lang="en-US" altLang="zh-TW"/>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bwMode="auto">
        <a:noFill/>
        <a:ln w="9525">
          <a:noFill/>
          <a:miter lim="800000"/>
        </a:ln>
      </a:spPr>
      <a:bodyPr wrap="square">
        <a:spAutoFit/>
      </a:bodyPr>
      <a:lstStyle>
        <a:defPPr>
          <a:lnSpc>
            <a:spcPts val="4500"/>
          </a:lnSpc>
          <a:buFont typeface="Wingdings" pitchFamily="2" charset="2"/>
          <a:buChar char="l"/>
          <a:defRPr sz="2800" b="1" dirty="0" err="1" smtClean="0">
            <a:latin typeface="SimHei" pitchFamily="49" charset="-122"/>
            <a:ea typeface="SimHei" pitchFamily="49" charset="-122"/>
            <a:cs typeface="Arial Unicode MS"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8524</Words>
  <Application>WPS 演示</Application>
  <PresentationFormat>全屏显示(4:3)</PresentationFormat>
  <Paragraphs>957</Paragraphs>
  <Slides>88</Slides>
  <Notes>44</Notes>
  <HiddenSlides>0</HiddenSlides>
  <MMClips>0</MMClips>
  <ScaleCrop>false</ScaleCrop>
  <HeadingPairs>
    <vt:vector size="4" baseType="variant">
      <vt:variant>
        <vt:lpstr>主题</vt:lpstr>
      </vt:variant>
      <vt:variant>
        <vt:i4>1</vt:i4>
      </vt:variant>
      <vt:variant>
        <vt:lpstr>幻灯片标题</vt:lpstr>
      </vt:variant>
      <vt:variant>
        <vt:i4>88</vt:i4>
      </vt:variant>
    </vt:vector>
  </HeadingPairs>
  <TitlesOfParts>
    <vt:vector size="89" baseType="lpstr">
      <vt:lpstr>Office 佈景主題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eve</dc:creator>
  <cp:lastModifiedBy>buqh</cp:lastModifiedBy>
  <cp:revision>505</cp:revision>
  <dcterms:created xsi:type="dcterms:W3CDTF">2011-03-01T07:14:00Z</dcterms:created>
  <dcterms:modified xsi:type="dcterms:W3CDTF">2017-03-01T07:43:41Z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0x0101008B695DD94EA34549A28F1B26416B64AC</vt:lpwstr>
  </property>
  <property fmtid="{D5CDD505-2E9C-101B-9397-08002B2CF9AE}" pid="3" name="KSOProductBuildVer">
    <vt:lpwstr>2052-10.8.0.5603</vt:lpwstr>
  </property>
</Properties>
</file>